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sldIdLst>
    <p:sldId id="256" r:id="rId9"/>
    <p:sldId id="257" r:id="rId10"/>
    <p:sldId id="258" r:id="rId12"/>
    <p:sldId id="259" r:id="rId13"/>
    <p:sldId id="260" r:id="rId14"/>
    <p:sldId id="261" r:id="rId15"/>
  </p:sldIdLst>
  <p:sldSz cx="12192000" cy="6858000"/>
  <p:notesSz cx="6858000" cy="9144000"/>
  <p:custDataLst>
    <p:tags r:id="rId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81AAA8-04EC-445F-ACFA-AA057D7A0A92}" v="6" dt="2025-05-20T09:40:47.7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p:cViewPr varScale="1">
        <p:scale>
          <a:sx n="92" d="100"/>
          <a:sy n="92" d="100"/>
        </p:scale>
        <p:origin x="77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2.xml"/><Relationship Id="rId11" Type="http://schemas.openxmlformats.org/officeDocument/2006/relationships/notesMaster" Target="notesMasters/notesMaster1.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2" Type="http://schemas.openxmlformats.org/officeDocument/2006/relationships/tags" Target="tags/tag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microsoft.com/office/2016/11/relationships/changesInfo" Target="changesInfos/changesInfo1.xml"/><Relationship Id="rId8" Type="http://schemas.microsoft.com/office/2015/10/relationships/revisionInfo" Target="revisionInfo.xml"/><Relationship Id="rId9"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di Yaqoub Saeed Alzaza" userId="63ac727b-d974-45f0-978f-fb4fb15258d9" providerId="ADAL" clId="{4481AAA8-04EC-445F-ACFA-AA057D7A0A92}"/>
    <pc:docChg chg="addSld delSld modSld">
      <pc:chgData name="Fadi Yaqoub Saeed Alzaza" userId="63ac727b-d974-45f0-978f-fb4fb15258d9" providerId="ADAL" clId="{4481AAA8-04EC-445F-ACFA-AA057D7A0A92}" dt="2025-05-20T09:41:03.500" v="9" actId="47"/>
      <pc:docMkLst>
        <pc:docMk/>
      </pc:docMkLst>
      <pc:sldChg chg="new del">
        <pc:chgData name="Fadi Yaqoub Saeed Alzaza" userId="63ac727b-d974-45f0-978f-fb4fb15258d9" providerId="ADAL" clId="{4481AAA8-04EC-445F-ACFA-AA057D7A0A92}" dt="2025-05-20T09:41:03.500" v="9" actId="47"/>
        <pc:sldMkLst>
          <pc:docMk/>
          <pc:sldMk cId="1612610482" sldId="256"/>
        </pc:sldMkLst>
      </pc:sldChg>
      <pc:sldChg chg="modSp new del">
        <pc:chgData name="Fadi Yaqoub Saeed Alzaza" userId="63ac727b-d974-45f0-978f-fb4fb15258d9" providerId="ADAL" clId="{4481AAA8-04EC-445F-ACFA-AA057D7A0A92}" dt="2025-05-20T09:41:01.320" v="7" actId="47"/>
        <pc:sldMkLst>
          <pc:docMk/>
          <pc:sldMk cId="2507701182" sldId="256"/>
        </pc:sldMkLst>
        <pc:spChg chg="mod">
          <ac:chgData name="Fadi Yaqoub Saeed Alzaza" userId="63ac727b-d974-45f0-978f-fb4fb15258d9" providerId="ADAL" clId="{4481AAA8-04EC-445F-ACFA-AA057D7A0A92}" dt="2025-05-20T09:40:33.635" v="6"/>
          <ac:spMkLst>
            <pc:docMk/>
            <pc:sldMk cId="2507701182" sldId="256"/>
            <ac:spMk id="2" creationId="{DFF49B39-DF0B-E845-59E0-4230B1B179A8}"/>
          </ac:spMkLst>
        </pc:spChg>
        <pc:spChg chg="mod">
          <ac:chgData name="Fadi Yaqoub Saeed Alzaza" userId="63ac727b-d974-45f0-978f-fb4fb15258d9" providerId="ADAL" clId="{4481AAA8-04EC-445F-ACFA-AA057D7A0A92}" dt="2025-05-20T09:40:33.635" v="6"/>
          <ac:spMkLst>
            <pc:docMk/>
            <pc:sldMk cId="2507701182" sldId="256"/>
            <ac:spMk id="3" creationId="{FB797F66-6D25-F0B5-837E-82D72D2514DF}"/>
          </ac:spMkLst>
        </pc:spChg>
      </pc:sldChg>
      <pc:sldChg chg="modSp del">
        <pc:chgData name="Fadi Yaqoub Saeed Alzaza" userId="63ac727b-d974-45f0-978f-fb4fb15258d9" providerId="ADAL" clId="{4481AAA8-04EC-445F-ACFA-AA057D7A0A92}" dt="2025-05-20T08:43:16.457" v="1" actId="47"/>
        <pc:sldMkLst>
          <pc:docMk/>
          <pc:sldMk cId="2619132251" sldId="256"/>
        </pc:sldMkLst>
        <pc:spChg chg="mod">
          <ac:chgData name="Fadi Yaqoub Saeed Alzaza" userId="63ac727b-d974-45f0-978f-fb4fb15258d9" providerId="ADAL" clId="{4481AAA8-04EC-445F-ACFA-AA057D7A0A92}" dt="2025-05-20T08:10:16.196" v="0"/>
          <ac:spMkLst>
            <pc:docMk/>
            <pc:sldMk cId="2619132251" sldId="256"/>
            <ac:spMk id="2" creationId="{67133F6F-C632-D60B-F3B7-60A5705F5D48}"/>
          </ac:spMkLst>
        </pc:spChg>
        <pc:spChg chg="mod">
          <ac:chgData name="Fadi Yaqoub Saeed Alzaza" userId="63ac727b-d974-45f0-978f-fb4fb15258d9" providerId="ADAL" clId="{4481AAA8-04EC-445F-ACFA-AA057D7A0A92}" dt="2025-05-20T08:10:16.196" v="0"/>
          <ac:spMkLst>
            <pc:docMk/>
            <pc:sldMk cId="2619132251" sldId="256"/>
            <ac:spMk id="3" creationId="{3E5D9B8F-1185-8938-123B-50E93DF9530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9E76585-B410-4487-962C-D6571C327AC4}" type="datetimeFigureOut">
              <a:rPr lang="en-AE" smtClean="0"/>
              <a:t>20/05/2025</a:t>
            </a:fld>
            <a:endParaRPr lang="en-AE"/>
          </a:p>
        </p:txBody>
      </p:sp>
      <p:sp>
        <p:nvSpPr>
          <p:cNvPr id="5" name="Footer Placeholder 4"/>
          <p:cNvSpPr>
            <a:spLocks noGrp="1"/>
          </p:cNvSpPr>
          <p:nvPr>
            <p:ph type="ftr" sz="quarter" idx="11"/>
          </p:nvPr>
        </p:nvSpPr>
        <p:spPr>
          <a:xfrm>
            <a:off x="1451579" y="329307"/>
            <a:ext cx="5626774" cy="309201"/>
          </a:xfrm>
        </p:spPr>
        <p:txBody>
          <a:bodyPr/>
          <a:lstStyle/>
          <a:p>
            <a:endParaRPr lang="en-AE"/>
          </a:p>
        </p:txBody>
      </p:sp>
      <p:sp>
        <p:nvSpPr>
          <p:cNvPr id="6" name="Slide Number Placeholder 5"/>
          <p:cNvSpPr>
            <a:spLocks noGrp="1"/>
          </p:cNvSpPr>
          <p:nvPr>
            <p:ph type="sldNum" sz="quarter" idx="12"/>
          </p:nvPr>
        </p:nvSpPr>
        <p:spPr>
          <a:xfrm>
            <a:off x="476834" y="798973"/>
            <a:ext cx="811019" cy="503578"/>
          </a:xfrm>
        </p:spPr>
        <p:txBody>
          <a:bodyPr/>
          <a:lstStyle/>
          <a:p>
            <a:fld id="{B3DF4780-BFA4-4EDD-AB92-F2C885E64E2C}" type="slidenum">
              <a:rPr lang="en-AE" smtClean="0"/>
              <a:t>‹#›</a:t>
            </a:fld>
            <a:endParaRPr lang="en-AE"/>
          </a:p>
        </p:txBody>
      </p:sp>
    </p:spTree>
    <p:extLst>
      <p:ext uri="{BB962C8B-B14F-4D97-AF65-F5344CB8AC3E}">
        <p14:creationId xmlns:p14="http://schemas.microsoft.com/office/powerpoint/2010/main" val="1652465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E76585-B410-4487-962C-D6571C327AC4}" type="datetimeFigureOut">
              <a:rPr lang="en-AE" smtClean="0"/>
              <a:t>20/05/2025</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B3DF4780-BFA4-4EDD-AB92-F2C885E64E2C}" type="slidenum">
              <a:rPr lang="en-AE" smtClean="0"/>
              <a:t>‹#›</a:t>
            </a:fld>
            <a:endParaRPr lang="en-AE"/>
          </a:p>
        </p:txBody>
      </p:sp>
    </p:spTree>
    <p:extLst>
      <p:ext uri="{BB962C8B-B14F-4D97-AF65-F5344CB8AC3E}">
        <p14:creationId xmlns:p14="http://schemas.microsoft.com/office/powerpoint/2010/main" val="2217353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n-US"/>
              <a:t>Click to edit Master title style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E76585-B410-4487-962C-D6571C327AC4}" type="datetimeFigureOut">
              <a:rPr lang="en-AE" smtClean="0"/>
              <a:t>20/05/2025</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B3DF4780-BFA4-4EDD-AB92-F2C885E64E2C}" type="slidenum">
              <a:rPr lang="en-AE" smtClean="0"/>
              <a:t>‹#›</a:t>
            </a:fld>
            <a:endParaRPr lang="en-AE"/>
          </a:p>
        </p:txBody>
      </p:sp>
    </p:spTree>
    <p:extLst>
      <p:ext uri="{BB962C8B-B14F-4D97-AF65-F5344CB8AC3E}">
        <p14:creationId xmlns:p14="http://schemas.microsoft.com/office/powerpoint/2010/main" val="1310624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9E76585-B410-4487-962C-D6571C327AC4}" type="datetimeFigureOut">
              <a:rPr lang="en-AE" smtClean="0"/>
              <a:t>20/05/2025</a:t>
            </a:fld>
            <a:endParaRPr lang="en-AE"/>
          </a:p>
        </p:txBody>
      </p:sp>
      <p:sp>
        <p:nvSpPr>
          <p:cNvPr id="6" name="Footer Placeholder 5"/>
          <p:cNvSpPr>
            <a:spLocks noGrp="1"/>
          </p:cNvSpPr>
          <p:nvPr>
            <p:ph type="ftr" sz="quarter" idx="11"/>
          </p:nvPr>
        </p:nvSpPr>
        <p:spPr/>
        <p:txBody>
          <a:bodyPr/>
          <a:lstStyle/>
          <a:p>
            <a:endParaRPr lang="en-AE"/>
          </a:p>
        </p:txBody>
      </p:sp>
      <p:sp>
        <p:nvSpPr>
          <p:cNvPr id="7" name="Slide Number Placeholder 6"/>
          <p:cNvSpPr>
            <a:spLocks noGrp="1"/>
          </p:cNvSpPr>
          <p:nvPr>
            <p:ph type="sldNum" sz="quarter" idx="12"/>
          </p:nvPr>
        </p:nvSpPr>
        <p:spPr/>
        <p:txBody>
          <a:bodyPr/>
          <a:lstStyle/>
          <a:p>
            <a:fld id="{B3DF4780-BFA4-4EDD-AB92-F2C885E64E2C}" type="slidenum">
              <a:rPr lang="en-AE" smtClean="0"/>
              <a:t>‹#›</a:t>
            </a:fld>
            <a:endParaRPr lang="en-AE"/>
          </a:p>
        </p:txBody>
      </p:sp>
    </p:spTree>
    <p:extLst>
      <p:ext uri="{BB962C8B-B14F-4D97-AF65-F5344CB8AC3E}">
        <p14:creationId xmlns:p14="http://schemas.microsoft.com/office/powerpoint/2010/main" val="3262989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48879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6025" y="2821491"/>
            <a:ext cx="448879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E76585-B410-4487-962C-D6571C327AC4}" type="datetimeFigureOut">
              <a:rPr lang="en-AE" smtClean="0"/>
              <a:t>20/05/2025</a:t>
            </a:fld>
            <a:endParaRPr lang="en-AE"/>
          </a:p>
        </p:txBody>
      </p:sp>
      <p:sp>
        <p:nvSpPr>
          <p:cNvPr id="8" name="Footer Placeholder 7"/>
          <p:cNvSpPr>
            <a:spLocks noGrp="1"/>
          </p:cNvSpPr>
          <p:nvPr>
            <p:ph type="ftr" sz="quarter" idx="11"/>
          </p:nvPr>
        </p:nvSpPr>
        <p:spPr/>
        <p:txBody>
          <a:bodyPr/>
          <a:lstStyle/>
          <a:p>
            <a:endParaRPr lang="en-AE"/>
          </a:p>
        </p:txBody>
      </p:sp>
      <p:sp>
        <p:nvSpPr>
          <p:cNvPr id="9" name="Slide Number Placeholder 8"/>
          <p:cNvSpPr>
            <a:spLocks noGrp="1"/>
          </p:cNvSpPr>
          <p:nvPr>
            <p:ph type="sldNum" sz="quarter" idx="12"/>
          </p:nvPr>
        </p:nvSpPr>
        <p:spPr/>
        <p:txBody>
          <a:bodyPr/>
          <a:lstStyle/>
          <a:p>
            <a:fld id="{B3DF4780-BFA4-4EDD-AB92-F2C885E64E2C}" type="slidenum">
              <a:rPr lang="en-AE" smtClean="0"/>
              <a:t>‹#›</a:t>
            </a:fld>
            <a:endParaRPr lang="en-AE"/>
          </a:p>
        </p:txBody>
      </p:sp>
    </p:spTree>
    <p:extLst>
      <p:ext uri="{BB962C8B-B14F-4D97-AF65-F5344CB8AC3E}">
        <p14:creationId xmlns:p14="http://schemas.microsoft.com/office/powerpoint/2010/main" val="1977361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E76585-B410-4487-962C-D6571C327AC4}" type="datetimeFigureOut">
              <a:rPr lang="en-AE" smtClean="0"/>
              <a:t>20/05/2025</a:t>
            </a:fld>
            <a:endParaRPr lang="en-AE"/>
          </a:p>
        </p:txBody>
      </p:sp>
      <p:sp>
        <p:nvSpPr>
          <p:cNvPr id="4" name="Footer Placeholder 3"/>
          <p:cNvSpPr>
            <a:spLocks noGrp="1"/>
          </p:cNvSpPr>
          <p:nvPr>
            <p:ph type="ftr" sz="quarter" idx="11"/>
          </p:nvPr>
        </p:nvSpPr>
        <p:spPr/>
        <p:txBody>
          <a:bodyPr/>
          <a:lstStyle/>
          <a:p>
            <a:endParaRPr lang="en-AE"/>
          </a:p>
        </p:txBody>
      </p:sp>
      <p:sp>
        <p:nvSpPr>
          <p:cNvPr id="5" name="Slide Number Placeholder 4"/>
          <p:cNvSpPr>
            <a:spLocks noGrp="1"/>
          </p:cNvSpPr>
          <p:nvPr>
            <p:ph type="sldNum" sz="quarter" idx="12"/>
          </p:nvPr>
        </p:nvSpPr>
        <p:spPr/>
        <p:txBody>
          <a:bodyPr/>
          <a:lstStyle/>
          <a:p>
            <a:fld id="{B3DF4780-BFA4-4EDD-AB92-F2C885E64E2C}" type="slidenum">
              <a:rPr lang="en-AE" smtClean="0"/>
              <a:t>‹#›</a:t>
            </a:fld>
            <a:endParaRPr lang="en-AE"/>
          </a:p>
        </p:txBody>
      </p:sp>
    </p:spTree>
    <p:extLst>
      <p:ext uri="{BB962C8B-B14F-4D97-AF65-F5344CB8AC3E}">
        <p14:creationId xmlns:p14="http://schemas.microsoft.com/office/powerpoint/2010/main" val="2863999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E76585-B410-4487-962C-D6571C327AC4}" type="datetimeFigureOut">
              <a:rPr lang="en-AE" smtClean="0"/>
              <a:t>20/05/2025</a:t>
            </a:fld>
            <a:endParaRPr lang="en-AE"/>
          </a:p>
        </p:txBody>
      </p:sp>
      <p:sp>
        <p:nvSpPr>
          <p:cNvPr id="3" name="Footer Placeholder 2"/>
          <p:cNvSpPr>
            <a:spLocks noGrp="1"/>
          </p:cNvSpPr>
          <p:nvPr>
            <p:ph type="ftr" sz="quarter" idx="11"/>
          </p:nvPr>
        </p:nvSpPr>
        <p:spPr/>
        <p:txBody>
          <a:bodyPr/>
          <a:lstStyle/>
          <a:p>
            <a:endParaRPr lang="en-AE"/>
          </a:p>
        </p:txBody>
      </p:sp>
      <p:sp>
        <p:nvSpPr>
          <p:cNvPr id="4" name="Slide Number Placeholder 3"/>
          <p:cNvSpPr>
            <a:spLocks noGrp="1"/>
          </p:cNvSpPr>
          <p:nvPr>
            <p:ph type="sldNum" sz="quarter" idx="12"/>
          </p:nvPr>
        </p:nvSpPr>
        <p:spPr/>
        <p:txBody>
          <a:bodyPr/>
          <a:lstStyle/>
          <a:p>
            <a:fld id="{B3DF4780-BFA4-4EDD-AB92-F2C885E64E2C}" type="slidenum">
              <a:rPr lang="en-AE" smtClean="0"/>
              <a:t>‹#›</a:t>
            </a:fld>
            <a:endParaRPr lang="en-AE"/>
          </a:p>
        </p:txBody>
      </p:sp>
    </p:spTree>
    <p:extLst>
      <p:ext uri="{BB962C8B-B14F-4D97-AF65-F5344CB8AC3E}">
        <p14:creationId xmlns:p14="http://schemas.microsoft.com/office/powerpoint/2010/main" val="279470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E76585-B410-4487-962C-D6571C327AC4}" type="datetimeFigureOut">
              <a:rPr lang="en-AE" smtClean="0"/>
              <a:t>20/05/2025</a:t>
            </a:fld>
            <a:endParaRPr lang="en-AE"/>
          </a:p>
        </p:txBody>
      </p:sp>
      <p:sp>
        <p:nvSpPr>
          <p:cNvPr id="6" name="Footer Placeholder 5"/>
          <p:cNvSpPr>
            <a:spLocks noGrp="1"/>
          </p:cNvSpPr>
          <p:nvPr>
            <p:ph type="ftr" sz="quarter" idx="11"/>
          </p:nvPr>
        </p:nvSpPr>
        <p:spPr/>
        <p:txBody>
          <a:bodyPr/>
          <a:lstStyle/>
          <a:p>
            <a:endParaRPr lang="en-AE"/>
          </a:p>
        </p:txBody>
      </p:sp>
      <p:sp>
        <p:nvSpPr>
          <p:cNvPr id="7" name="Slide Number Placeholder 6"/>
          <p:cNvSpPr>
            <a:spLocks noGrp="1"/>
          </p:cNvSpPr>
          <p:nvPr>
            <p:ph type="sldNum" sz="quarter" idx="12"/>
          </p:nvPr>
        </p:nvSpPr>
        <p:spPr/>
        <p:txBody>
          <a:bodyPr/>
          <a:lstStyle/>
          <a:p>
            <a:fld id="{B3DF4780-BFA4-4EDD-AB92-F2C885E64E2C}" type="slidenum">
              <a:rPr lang="en-AE" smtClean="0"/>
              <a:t>‹#›</a:t>
            </a:fld>
            <a:endParaRPr lang="en-AE"/>
          </a:p>
        </p:txBody>
      </p:sp>
    </p:spTree>
    <p:extLst>
      <p:ext uri="{BB962C8B-B14F-4D97-AF65-F5344CB8AC3E}">
        <p14:creationId xmlns:p14="http://schemas.microsoft.com/office/powerpoint/2010/main" val="1444203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n-US"/>
              <a:t>Click icon to add picture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89E76585-B410-4487-962C-D6571C327AC4}" type="datetimeFigureOut">
              <a:rPr lang="en-AE" smtClean="0"/>
              <a:t>20/05/2025</a:t>
            </a:fld>
            <a:endParaRPr lang="en-AE"/>
          </a:p>
        </p:txBody>
      </p:sp>
      <p:sp>
        <p:nvSpPr>
          <p:cNvPr id="6" name="Footer Placeholder 5"/>
          <p:cNvSpPr>
            <a:spLocks noGrp="1"/>
          </p:cNvSpPr>
          <p:nvPr>
            <p:ph type="ftr" sz="quarter" idx="11"/>
          </p:nvPr>
        </p:nvSpPr>
        <p:spPr>
          <a:xfrm>
            <a:off x="1447382" y="318640"/>
            <a:ext cx="5541004" cy="320931"/>
          </a:xfrm>
        </p:spPr>
        <p:txBody>
          <a:bodyPr/>
          <a:lstStyle/>
          <a:p>
            <a:endParaRPr lang="en-AE"/>
          </a:p>
        </p:txBody>
      </p:sp>
      <p:sp>
        <p:nvSpPr>
          <p:cNvPr id="7" name="Slide Number Placeholder 6"/>
          <p:cNvSpPr>
            <a:spLocks noGrp="1"/>
          </p:cNvSpPr>
          <p:nvPr>
            <p:ph type="sldNum" sz="quarter" idx="12"/>
          </p:nvPr>
        </p:nvSpPr>
        <p:spPr/>
        <p:txBody>
          <a:bodyPr/>
          <a:lstStyle/>
          <a:p>
            <a:fld id="{B3DF4780-BFA4-4EDD-AB92-F2C885E64E2C}" type="slidenum">
              <a:rPr lang="en-AE" smtClean="0"/>
              <a:t>‹#›</a:t>
            </a:fld>
            <a:endParaRPr lang="en-AE"/>
          </a:p>
        </p:txBody>
      </p:sp>
    </p:spTree>
    <p:extLst>
      <p:ext uri="{BB962C8B-B14F-4D97-AF65-F5344CB8AC3E}">
        <p14:creationId xmlns:p14="http://schemas.microsoft.com/office/powerpoint/2010/main" val="1249598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E76585-B410-4487-962C-D6571C327AC4}" type="datetimeFigureOut">
              <a:rPr lang="en-AE" smtClean="0"/>
              <a:t>20/05/2025</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B3DF4780-BFA4-4EDD-AB92-F2C885E64E2C}" type="slidenum">
              <a:rPr lang="en-AE" smtClean="0"/>
              <a:t>‹#›</a:t>
            </a:fld>
            <a:endParaRPr lang="en-AE"/>
          </a:p>
        </p:txBody>
      </p:sp>
    </p:spTree>
    <p:extLst>
      <p:ext uri="{BB962C8B-B14F-4D97-AF65-F5344CB8AC3E}">
        <p14:creationId xmlns:p14="http://schemas.microsoft.com/office/powerpoint/2010/main" val="965419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E76585-B410-4487-962C-D6571C327AC4}" type="datetimeFigureOut">
              <a:rPr lang="en-AE" smtClean="0"/>
              <a:t>20/05/2025</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B3DF4780-BFA4-4EDD-AB92-F2C885E64E2C}" type="slidenum">
              <a:rPr lang="en-AE" smtClean="0"/>
              <a:t>‹#›</a:t>
            </a:fld>
            <a:endParaRPr lang="en-AE"/>
          </a:p>
        </p:txBody>
      </p:sp>
    </p:spTree>
    <p:extLst>
      <p:ext uri="{BB962C8B-B14F-4D97-AF65-F5344CB8AC3E}">
        <p14:creationId xmlns:p14="http://schemas.microsoft.com/office/powerpoint/2010/main" val="321824154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89E76585-B410-4487-962C-D6571C327AC4}" type="datetimeFigureOut">
              <a:rPr lang="en-AE" smtClean="0"/>
              <a:t>20/05/2025</a:t>
            </a:fld>
            <a:endParaRPr lang="en-AE"/>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AE"/>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B3DF4780-BFA4-4EDD-AB92-F2C885E64E2C}" type="slidenum">
              <a:rPr lang="en-AE" smtClean="0"/>
              <a:t>‹#›</a:t>
            </a:fld>
            <a:endParaRPr lang="en-AE"/>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9944691"/>
      </p:ext>
    </p:extLst>
  </p:cSld>
  <p:clrMap bg1="dk1" tx1="lt1" bg2="dk2" tx2="lt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Microsoft Office 365: Applications, OneDrive, Word, and Excel</a:t>
            </a:r>
          </a:p>
        </p:txBody>
      </p:sp>
      <p:sp>
        <p:nvSpPr>
          <p:cNvPr id="3" name="Subtitle 2"/>
          <p:cNvSpPr>
            <a:spLocks noGrp="1"/>
          </p:cNvSpPr>
          <p:nvPr>
            <p:ph type="subTitle" idx="1"/>
          </p:nvPr>
        </p:nvSpPr>
        <p:spPr/>
        <p:txBody>
          <a:bodyPr/>
          <a:lstStyle/>
          <a:p>
            <a:r>
              <a:t>Created: October 24,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Overview and Assessment</a:t>
            </a:r>
          </a:p>
        </p:txBody>
      </p:sp>
      <p:sp>
        <p:nvSpPr>
          <p:cNvPr id="3" name="Content Placeholder 2"/>
          <p:cNvSpPr>
            <a:spLocks noGrp="1"/>
          </p:cNvSpPr>
          <p:nvPr>
            <p:ph idx="1"/>
          </p:nvPr>
        </p:nvSpPr>
        <p:spPr/>
        <p:txBody>
          <a:bodyPr/>
          <a:lstStyle/>
          <a:p>
            <a:pPr>
              <a:defRPr sz="1800">
                <a:latin typeface="Arial"/>
              </a:defRPr>
            </a:pPr>
            <a:r>
              <a:t>Course Name: Apply Microsoft Office 365 ICT Applications</a:t>
            </a:r>
          </a:p>
          <a:p>
            <a:pPr>
              <a:defRPr sz="1800">
                <a:latin typeface="Arial"/>
              </a:defRPr>
            </a:pPr>
            <a:r>
              <a:t>Course Code: ICT03038NU25-N</a:t>
            </a:r>
          </a:p>
          <a:p>
            <a:pPr>
              <a:defRPr sz="1800">
                <a:latin typeface="Arial"/>
              </a:defRPr>
            </a:pPr>
            <a:r>
              <a:t>NQA Code: ENG04004NU17</a:t>
            </a:r>
          </a:p>
          <a:p>
            <a:pPr>
              <a:defRPr sz="1800">
                <a:latin typeface="Arial"/>
              </a:defRPr>
            </a:pPr>
            <a:r>
              <a:t>Term: Term 1, 2 5/26</a:t>
            </a:r>
          </a:p>
          <a:p>
            <a:pPr>
              <a:defRPr sz="1800">
                <a:latin typeface="Arial"/>
              </a:defRPr>
            </a:pPr>
            <a:r>
              <a:t>Program: Level 3 Qualification in Electromechanical Maintenance</a:t>
            </a:r>
          </a:p>
          <a:p>
            <a:pPr>
              <a:defRPr sz="1800">
                <a:latin typeface="Arial"/>
              </a:defRPr>
            </a:pPr>
            <a:r>
              <a:t>Certificate Code: ENG03013NQ25-N</a:t>
            </a:r>
          </a:p>
          <a:p>
            <a:pPr>
              <a:defRPr sz="1800">
                <a:latin typeface="Arial"/>
              </a:defRPr>
            </a:pPr>
            <a:r>
              <a:t>Assessment Name: Summative Assessment</a:t>
            </a:r>
          </a:p>
          <a:p>
            <a:pPr>
              <a:defRPr sz="1800">
                <a:latin typeface="Arial"/>
              </a:defRPr>
            </a:pPr>
            <a:r>
              <a:t>Start Week: Week-9</a:t>
            </a:r>
          </a:p>
          <a:p>
            <a:pPr>
              <a:defRPr sz="1800">
                <a:latin typeface="Arial"/>
              </a:defRPr>
            </a:pPr>
            <a:r>
              <a:t>This assessment constitutes 60% of the total course grade.</a:t>
            </a:r>
          </a:p>
          <a:p>
            <a:pPr>
              <a:defRPr sz="1800">
                <a:latin typeface="Arial"/>
              </a:defRPr>
            </a:pPr>
            <a:r>
              <a:t>Elements Assessed (See Next Slides): Covering core Office 365 applications and cloud concepts.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Elements Assessed - Core Skills</a:t>
            </a:r>
          </a:p>
        </p:txBody>
      </p:sp>
      <p:sp>
        <p:nvSpPr>
          <p:cNvPr id="3" name="Content Placeholder 2"/>
          <p:cNvSpPr>
            <a:spLocks noGrp="1"/>
          </p:cNvSpPr>
          <p:nvPr>
            <p:ph idx="1"/>
          </p:nvPr>
        </p:nvSpPr>
        <p:spPr/>
        <p:txBody>
          <a:bodyPr/>
          <a:lstStyle/>
          <a:p>
            <a:pPr>
              <a:defRPr sz="1200">
                <a:latin typeface="Arial"/>
              </a:defRPr>
            </a:pPr>
            <a:r>
              <a:t>E1: Microsoft Office 365 Fundamentals</a:t>
            </a:r>
          </a:p>
          <a:p>
            <a:pPr>
              <a:defRPr sz="1200">
                <a:latin typeface="Arial"/>
              </a:defRPr>
            </a:pPr>
            <a:r>
              <a:t>1.1: Describe the core concepts of cloud computing (What is the cloud?)</a:t>
            </a:r>
          </a:p>
          <a:p>
            <a:pPr>
              <a:defRPr sz="1200">
                <a:latin typeface="Arial"/>
              </a:defRPr>
            </a:pPr>
            <a:r>
              <a:t>Think of it like a shared hard drive online instead of just on your computer.</a:t>
            </a:r>
          </a:p>
          <a:p>
            <a:pPr>
              <a:defRPr sz="1200">
                <a:latin typeface="Arial"/>
              </a:defRPr>
            </a:pPr>
            <a:r>
              <a:t>1.2: Describe capabilities of Microsoft Office 365 (What can it do?)</a:t>
            </a:r>
          </a:p>
          <a:p>
            <a:pPr>
              <a:defRPr sz="1200">
                <a:latin typeface="Arial"/>
              </a:defRPr>
            </a:pPr>
            <a:r>
              <a:t>Access files anywhere, collaborate easily, automatic updates.</a:t>
            </a:r>
          </a:p>
          <a:p>
            <a:pPr>
              <a:defRPr sz="1200">
                <a:latin typeface="Arial"/>
              </a:defRPr>
            </a:pPr>
            <a:r>
              <a:t>1.3: Identify the applications of Microsoft Office 365 (Which apps are included?)</a:t>
            </a:r>
          </a:p>
          <a:p>
            <a:pPr>
              <a:defRPr sz="1200">
                <a:latin typeface="Arial"/>
              </a:defRPr>
            </a:pPr>
            <a:r>
              <a:t>Word, Excel, PowerPoint, Outlook, OneDrive, Teams, etc.</a:t>
            </a:r>
          </a:p>
          <a:p>
            <a:pPr>
              <a:defRPr sz="1200">
                <a:latin typeface="Arial"/>
              </a:defRPr>
            </a:pPr>
            <a:r>
              <a:t>E2: OneDrive - Cloud Storage</a:t>
            </a:r>
          </a:p>
          <a:p>
            <a:pPr>
              <a:defRPr sz="1200">
                <a:latin typeface="Arial"/>
              </a:defRPr>
            </a:pPr>
            <a:r>
              <a:t>2.1: Identify the key features of OneDrive (What makes OneDrive useful?)</a:t>
            </a:r>
          </a:p>
          <a:p>
            <a:pPr>
              <a:defRPr sz="1200">
                <a:latin typeface="Arial"/>
              </a:defRPr>
            </a:pPr>
            <a:r>
              <a:t>File storage, sharing, synchronization across devices.</a:t>
            </a:r>
          </a:p>
          <a:p>
            <a:pPr>
              <a:defRPr sz="1200">
                <a:latin typeface="Arial"/>
              </a:defRPr>
            </a:pPr>
            <a:r>
              <a:t>2.2: Create OneDrive application on a local computer (Setting up OneDrive)</a:t>
            </a:r>
          </a:p>
          <a:p>
            <a:pPr>
              <a:defRPr sz="1200">
                <a:latin typeface="Arial"/>
              </a:defRPr>
            </a:pPr>
            <a:r>
              <a:t>Installing OneDrive on your computer for easy access.</a:t>
            </a:r>
          </a:p>
          <a:p>
            <a:pPr>
              <a:defRPr sz="1200">
                <a:latin typeface="Arial"/>
              </a:defRPr>
            </a:pPr>
            <a:r>
              <a:t>2.3: Create files and folders in OneDrive (Organizing your files)</a:t>
            </a:r>
          </a:p>
          <a:p>
            <a:pPr>
              <a:defRPr sz="1200">
                <a:latin typeface="Arial"/>
              </a:defRPr>
            </a:pPr>
            <a:r>
              <a:t>Structuring your OneDrive like you would on your computer.</a:t>
            </a:r>
          </a:p>
          <a:p>
            <a:pPr>
              <a:defRPr sz="1200">
                <a:latin typeface="Arial"/>
              </a:defRPr>
            </a:pPr>
            <a:r>
              <a:t>2.4: Review files and folders 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Elements Assessed - Application Proficiency</a:t>
            </a:r>
          </a:p>
        </p:txBody>
      </p:sp>
      <p:sp>
        <p:nvSpPr>
          <p:cNvPr id="3" name="Content Placeholder 2"/>
          <p:cNvSpPr>
            <a:spLocks noGrp="1"/>
          </p:cNvSpPr>
          <p:nvPr>
            <p:ph idx="1"/>
          </p:nvPr>
        </p:nvSpPr>
        <p:spPr/>
        <p:txBody>
          <a:bodyPr/>
          <a:lstStyle/>
          <a:p>
            <a:pPr>
              <a:defRPr sz="1200">
                <a:latin typeface="Arial"/>
              </a:defRPr>
            </a:pPr>
            <a:r>
              <a:t>E3: Microsoft Word</a:t>
            </a:r>
          </a:p>
          <a:p>
            <a:pPr>
              <a:defRPr sz="1200">
                <a:latin typeface="Arial"/>
              </a:defRPr>
            </a:pPr>
            <a:r>
              <a:t>3.1: Create Microsoft Word document on a local computer (Starting a document)</a:t>
            </a:r>
          </a:p>
          <a:p>
            <a:pPr>
              <a:defRPr sz="1200">
                <a:latin typeface="Arial"/>
              </a:defRPr>
            </a:pPr>
            <a:r>
              <a:t>3.2: Format text and paragraphs to enhance readability (Making it look good)</a:t>
            </a:r>
          </a:p>
          <a:p>
            <a:pPr>
              <a:defRPr sz="1200">
                <a:latin typeface="Arial"/>
              </a:defRPr>
            </a:pPr>
            <a:r>
              <a:t>Font size, bolding, spacing.</a:t>
            </a:r>
          </a:p>
          <a:p>
            <a:pPr>
              <a:defRPr sz="1200">
                <a:latin typeface="Arial"/>
              </a:defRPr>
            </a:pPr>
            <a:r>
              <a:t>3.3: Perform repetitive operations efficiently using tools (Saving time)</a:t>
            </a:r>
          </a:p>
          <a:p>
            <a:pPr>
              <a:defRPr sz="1200">
                <a:latin typeface="Arial"/>
              </a:defRPr>
            </a:pPr>
            <a:r>
              <a:t>Find and Replace.</a:t>
            </a:r>
          </a:p>
          <a:p>
            <a:pPr>
              <a:defRPr sz="1200">
                <a:latin typeface="Arial"/>
              </a:defRPr>
            </a:pPr>
            <a:r>
              <a:t>3.4: Create tables and bulleted lists to organize information clearly (Structuring data)</a:t>
            </a:r>
          </a:p>
          <a:p>
            <a:pPr>
              <a:defRPr sz="1200">
                <a:latin typeface="Arial"/>
              </a:defRPr>
            </a:pPr>
            <a:r>
              <a:t>E4: Microsoft Excel</a:t>
            </a:r>
          </a:p>
          <a:p>
            <a:pPr>
              <a:defRPr sz="1200">
                <a:latin typeface="Arial"/>
              </a:defRPr>
            </a:pPr>
            <a:r>
              <a:t>4.1: Create Microsoft Excel document on a local computer (Starting a spreadsheet)</a:t>
            </a:r>
          </a:p>
          <a:p>
            <a:pPr>
              <a:defRPr sz="1200">
                <a:latin typeface="Arial"/>
              </a:defRPr>
            </a:pPr>
            <a:r>
              <a:t>4.2: Manage worksheets within Microsoft Excel (Organizing your data)</a:t>
            </a:r>
          </a:p>
          <a:p>
            <a:pPr>
              <a:defRPr sz="1200">
                <a:latin typeface="Arial"/>
              </a:defRPr>
            </a:pPr>
            <a:r>
              <a:t>4.3: Use common Excel functions and formulas for calculations and data manipulation (Analyzing data)</a:t>
            </a:r>
          </a:p>
          <a:p>
            <a:pPr>
              <a:defRPr sz="1200">
                <a:latin typeface="Arial"/>
              </a:defRPr>
            </a:pPr>
            <a:r>
              <a:t>SUM, AVERAGE, etc.</a:t>
            </a:r>
          </a:p>
          <a:p>
            <a:pPr>
              <a:defRPr sz="1200">
                <a:latin typeface="Arial"/>
              </a:defRPr>
            </a:pPr>
            <a:r>
              <a:t>4.4: Generate charts to represent the data (Visualizing data)</a:t>
            </a:r>
          </a:p>
          <a:p>
            <a:pPr>
              <a:defRPr sz="1200">
                <a:latin typeface="Arial"/>
              </a:defRPr>
            </a:pPr>
            <a:r>
              <a:t>E5: Microsoft PowerPoint</a:t>
            </a:r>
          </a:p>
          <a:p>
            <a:pPr>
              <a:defRPr sz="1200">
                <a:latin typeface="Arial"/>
              </a:defRPr>
            </a:pPr>
            <a:r>
              <a:t>5.1: Create Microsoft PowerPoint document on a local computer (Starting a presentation)</a:t>
            </a:r>
          </a:p>
          <a:p>
            <a:pPr>
              <a:defRPr sz="1200">
                <a:latin typeface="Arial"/>
              </a:defRPr>
            </a:pPr>
            <a:r>
              <a:t>5.2: Use features of Microsoft PowerPoint to edit...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Elements Assessed - Communication</a:t>
            </a:r>
          </a:p>
        </p:txBody>
      </p:sp>
      <p:sp>
        <p:nvSpPr>
          <p:cNvPr id="3" name="Content Placeholder 2"/>
          <p:cNvSpPr>
            <a:spLocks noGrp="1"/>
          </p:cNvSpPr>
          <p:nvPr>
            <p:ph idx="1"/>
          </p:nvPr>
        </p:nvSpPr>
        <p:spPr/>
        <p:txBody>
          <a:bodyPr/>
          <a:lstStyle/>
          <a:p>
            <a:pPr>
              <a:defRPr sz="1800">
                <a:latin typeface="Arial"/>
              </a:defRPr>
            </a:pPr>
            <a:r>
              <a:t>E6: Microsoft Outlook</a:t>
            </a:r>
          </a:p>
          <a:p>
            <a:pPr>
              <a:defRPr sz="1800">
                <a:latin typeface="Arial"/>
              </a:defRPr>
            </a:pPr>
            <a:r>
              <a:t>6.1: Manage Microsoft Outlook to read emails (Checking your inbox)</a:t>
            </a:r>
          </a:p>
          <a:p>
            <a:pPr>
              <a:defRPr sz="1800">
                <a:latin typeface="Arial"/>
              </a:defRPr>
            </a:pPr>
            <a:r>
              <a:t>6.2: Send emails with attachments (Sharing files)</a:t>
            </a:r>
          </a:p>
          <a:p>
            <a:pPr>
              <a:defRPr sz="1800">
                <a:latin typeface="Arial"/>
              </a:defRPr>
            </a:pPr>
            <a:r>
              <a:t>6.3: Manage emails to ensure clear communication (Keeping your inbox organized)</a:t>
            </a:r>
          </a:p>
          <a:p>
            <a:pPr>
              <a:defRPr sz="1800">
                <a:latin typeface="Arial"/>
              </a:defRPr>
            </a:pPr>
            <a:r>
              <a:t>Folders and rules.</a:t>
            </a:r>
          </a:p>
          <a:p>
            <a:pPr>
              <a:defRPr sz="1800">
                <a:latin typeface="Arial"/>
              </a:defRPr>
            </a:pPr>
            <a:r>
              <a:t>6.4: Use Message Organization Features of Microsoft Outlook (Prioritizing messages)</a:t>
            </a:r>
          </a:p>
          <a:p>
            <a:pPr>
              <a:defRPr sz="1800">
                <a:latin typeface="Arial"/>
              </a:defRPr>
            </a:pPr>
            <a:r>
              <a:t>Flags and categories.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Assessment Instructions and Student Declaration</a:t>
            </a:r>
          </a:p>
        </p:txBody>
      </p:sp>
      <p:sp>
        <p:nvSpPr>
          <p:cNvPr id="3" name="Content Placeholder 2"/>
          <p:cNvSpPr>
            <a:spLocks noGrp="1"/>
          </p:cNvSpPr>
          <p:nvPr>
            <p:ph idx="1"/>
          </p:nvPr>
        </p:nvSpPr>
        <p:spPr/>
        <p:txBody>
          <a:bodyPr/>
          <a:lstStyle/>
          <a:p>
            <a:pPr>
              <a:defRPr sz="1200">
                <a:latin typeface="Arial"/>
              </a:defRPr>
            </a:pPr>
            <a:r>
              <a:t>Assessment Type: Individual Summative Assessment.</a:t>
            </a:r>
          </a:p>
          <a:p>
            <a:pPr>
              <a:defRPr sz="1200">
                <a:latin typeface="Arial"/>
              </a:defRPr>
            </a:pPr>
            <a:r>
              <a:t>Submission: Blackboard Only (CA Folder).</a:t>
            </a:r>
          </a:p>
          <a:p>
            <a:pPr>
              <a:defRPr sz="1200">
                <a:latin typeface="Arial"/>
              </a:defRPr>
            </a:pPr>
            <a:r>
              <a:t>Feedback: Provided via Blackboard.</a:t>
            </a:r>
          </a:p>
          <a:p>
            <a:pPr>
              <a:defRPr sz="1200">
                <a:latin typeface="Arial"/>
              </a:defRPr>
            </a:pPr>
            <a:r>
              <a:t>Assessment Environment: Controlled environment under assessor's observation.</a:t>
            </a:r>
          </a:p>
          <a:p>
            <a:pPr>
              <a:defRPr sz="1200">
                <a:latin typeface="Arial"/>
              </a:defRPr>
            </a:pPr>
            <a:r>
              <a:t>Grading:</a:t>
            </a:r>
          </a:p>
          <a:p>
            <a:pPr>
              <a:defRPr sz="1200">
                <a:latin typeface="Arial"/>
              </a:defRPr>
            </a:pPr>
            <a:r>
              <a:t>C (60%): Competent - Meets requirements.</a:t>
            </a:r>
          </a:p>
          <a:p>
            <a:pPr>
              <a:defRPr sz="1200">
                <a:latin typeface="Arial"/>
              </a:defRPr>
            </a:pPr>
            <a:r>
              <a:t>NYC (0%): Not Yet Competent - Does not meet requirements.</a:t>
            </a:r>
          </a:p>
          <a:p>
            <a:pPr>
              <a:defRPr sz="1200">
                <a:latin typeface="Arial"/>
              </a:defRPr>
            </a:pPr>
            <a:r>
              <a:t>Coco Fadi</a:t>
            </a:r>
          </a:p>
          <a:p>
            <a:pPr>
              <a:defRPr sz="1200">
                <a:latin typeface="Arial"/>
              </a:defRPr>
            </a:pPr>
            <a:r>
              <a:t>Team Teaching Members: Fadi</a:t>
            </a:r>
          </a:p>
          <a:p>
            <a:pPr>
              <a:defRPr sz="1200">
                <a:latin typeface="Arial"/>
              </a:defRPr>
            </a:pPr>
            <a:r>
              <a:t>Important Notes:</a:t>
            </a:r>
          </a:p>
          <a:p>
            <a:pPr>
              <a:defRPr sz="1200">
                <a:latin typeface="Arial"/>
              </a:defRPr>
            </a:pPr>
            <a:r>
              <a:t>Copying is a serious offense.</a:t>
            </a:r>
          </a:p>
          <a:p>
            <a:pPr>
              <a:defRPr sz="1200">
                <a:latin typeface="Arial"/>
              </a:defRPr>
            </a:pPr>
            <a:r>
              <a:t>Professional discussion may be conducted.</a:t>
            </a:r>
          </a:p>
          <a:p>
            <a:pPr>
              <a:defRPr sz="1200">
                <a:latin typeface="Arial"/>
              </a:defRPr>
            </a:pPr>
            <a:r>
              <a:t>Use the marking criteria to ensure you meet the requirements.</a:t>
            </a:r>
          </a:p>
          <a:p>
            <a:pPr>
              <a:defRPr sz="1200">
                <a:latin typeface="Arial"/>
              </a:defRPr>
            </a:pPr>
            <a:r>
              <a:t>Student Declaration:</a:t>
            </a:r>
          </a:p>
          <a:p>
            <a:pPr>
              <a:defRPr sz="1200">
                <a:latin typeface="Arial"/>
              </a:defRPr>
            </a:pPr>
            <a:r>
              <a:t>"I certify that the work presented is my own. It does not contain any material that is subject to copyright or has been submitted previously for assessment (Unless specifically requested by teacher)."</a:t>
            </a:r>
          </a:p>
          <a:p>
            <a:pPr>
              <a:defRPr sz="1200">
                <a:latin typeface="Arial"/>
              </a:defRPr>
            </a:pPr>
            <a:r>
              <a:t>Student Signature: Required upon submission.</a:t>
            </a:r>
          </a:p>
          <a:p>
            <a:pPr>
              <a:defRPr sz="1200">
                <a:latin typeface="Arial"/>
              </a:defRPr>
            </a:pPr>
            <a:r>
              <a:t>Date: Required upon submission.</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GVDATA" val="ew0KICAiZG9jSUQiOiAiODE4NDE5YmYtNWYwYi00ZmJmLWFjM2UtYjBkYjg5MTk5YjM3Ig0KfQ=="/>
  <p:tag name="GVDATA0" val="(end)"/>
</p:tagLst>
</file>

<file path=ppt/theme/theme1.xml><?xml version="1.0" encoding="utf-8"?>
<a:theme xmlns:a="http://schemas.openxmlformats.org/drawingml/2006/main" name="Gallery">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Gallery</Template>
  <TotalTime>1</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Rockwell</vt:lpstr>
      <vt:lpstr>Gallery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Fadi Yaqoub Saeed Alzaza</dc:creator>
  <cp:lastModifiedBy>Fadi Yaqoub Saeed Alzaza</cp:lastModifiedBy>
  <cp:revision>2</cp:revision>
  <dcterms:created xsi:type="dcterms:W3CDTF">2025-05-20T08:08:47Z</dcterms:created>
  <dcterms:modified xsi:type="dcterms:W3CDTF">2025-05-20T09:41:04Z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VData">
    <vt:lpwstr>ew0KICAiZG9jSUQiOiAiODE4NDE5YmYtNWYwYi00ZmJmLWFjM2UtYjBkYjg5MTk5YjM3Ig0KfQ==</vt:lpwstr>
  </property>
  <property fmtid="{D5CDD505-2E9C-101B-9397-08002B2CF9AE}" pid="3" name="GVData0">
    <vt:lpwstr>(end)</vt:lpwstr>
  </property>
</Properties>
</file>