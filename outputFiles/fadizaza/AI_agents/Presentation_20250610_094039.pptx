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9"/>
    <p:sldId id="257" r:id="rId10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</p:sldIdLst>
  <p:sldSz cx="12192000" cy="6858000"/>
  <p:notesSz cx="6858000" cy="9144000"/>
  <p:custDataLst>
    <p:tags r:id="rId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9856BE-E086-4E59-8ABE-D24C79730EB3}" v="2" dt="2025-05-20T09:38:54.9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92" d="100"/>
          <a:sy n="92" d="100"/>
        </p:scale>
        <p:origin x="7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" Type="http://schemas.openxmlformats.org/officeDocument/2006/relationships/tags" Target="tags/tag1.xml"/><Relationship Id="rId20" Type="http://schemas.openxmlformats.org/officeDocument/2006/relationships/slide" Target="slides/slide1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microsoft.com/office/2015/10/relationships/revisionInfo" Target="revisionInfo.xml"/><Relationship Id="rId9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di Yaqoub Saeed Alzaza" userId="63ac727b-d974-45f0-978f-fb4fb15258d9" providerId="ADAL" clId="{809856BE-E086-4E59-8ABE-D24C79730EB3}"/>
    <pc:docChg chg="addSld delSld modSld">
      <pc:chgData name="Fadi Yaqoub Saeed Alzaza" userId="63ac727b-d974-45f0-978f-fb4fb15258d9" providerId="ADAL" clId="{809856BE-E086-4E59-8ABE-D24C79730EB3}" dt="2025-05-20T09:39:06.970" v="8" actId="47"/>
      <pc:docMkLst>
        <pc:docMk/>
      </pc:docMkLst>
      <pc:sldChg chg="modSp new del">
        <pc:chgData name="Fadi Yaqoub Saeed Alzaza" userId="63ac727b-d974-45f0-978f-fb4fb15258d9" providerId="ADAL" clId="{809856BE-E086-4E59-8ABE-D24C79730EB3}" dt="2025-05-20T09:38:59.103" v="4" actId="47"/>
        <pc:sldMkLst>
          <pc:docMk/>
          <pc:sldMk cId="261576228" sldId="256"/>
        </pc:sldMkLst>
        <pc:spChg chg="mod">
          <ac:chgData name="Fadi Yaqoub Saeed Alzaza" userId="63ac727b-d974-45f0-978f-fb4fb15258d9" providerId="ADAL" clId="{809856BE-E086-4E59-8ABE-D24C79730EB3}" dt="2025-05-20T09:38:54.929" v="3"/>
          <ac:spMkLst>
            <pc:docMk/>
            <pc:sldMk cId="261576228" sldId="256"/>
            <ac:spMk id="2" creationId="{A9357960-911B-589B-5893-F76DEDF1F077}"/>
          </ac:spMkLst>
        </pc:spChg>
        <pc:spChg chg="mod">
          <ac:chgData name="Fadi Yaqoub Saeed Alzaza" userId="63ac727b-d974-45f0-978f-fb4fb15258d9" providerId="ADAL" clId="{809856BE-E086-4E59-8ABE-D24C79730EB3}" dt="2025-05-20T09:38:54.929" v="3"/>
          <ac:spMkLst>
            <pc:docMk/>
            <pc:sldMk cId="261576228" sldId="256"/>
            <ac:spMk id="3" creationId="{C7700286-A4E1-FBB2-A2DB-10035BCD5652}"/>
          </ac:spMkLst>
        </pc:spChg>
      </pc:sldChg>
      <pc:sldChg chg="new del">
        <pc:chgData name="Fadi Yaqoub Saeed Alzaza" userId="63ac727b-d974-45f0-978f-fb4fb15258d9" providerId="ADAL" clId="{809856BE-E086-4E59-8ABE-D24C79730EB3}" dt="2025-05-20T09:39:06.970" v="8" actId="47"/>
        <pc:sldMkLst>
          <pc:docMk/>
          <pc:sldMk cId="688636172" sldId="256"/>
        </pc:sldMkLst>
      </pc:sldChg>
      <pc:sldChg chg="modSp del">
        <pc:chgData name="Fadi Yaqoub Saeed Alzaza" userId="63ac727b-d974-45f0-978f-fb4fb15258d9" providerId="ADAL" clId="{809856BE-E086-4E59-8ABE-D24C79730EB3}" dt="2025-05-20T08:43:41.385" v="1" actId="47"/>
        <pc:sldMkLst>
          <pc:docMk/>
          <pc:sldMk cId="2619132251" sldId="256"/>
        </pc:sldMkLst>
        <pc:spChg chg="mod">
          <ac:chgData name="Fadi Yaqoub Saeed Alzaza" userId="63ac727b-d974-45f0-978f-fb4fb15258d9" providerId="ADAL" clId="{809856BE-E086-4E59-8ABE-D24C79730EB3}" dt="2025-05-20T08:11:15.253" v="0"/>
          <ac:spMkLst>
            <pc:docMk/>
            <pc:sldMk cId="2619132251" sldId="256"/>
            <ac:spMk id="2" creationId="{67133F6F-C632-D60B-F3B7-60A5705F5D48}"/>
          </ac:spMkLst>
        </pc:spChg>
        <pc:spChg chg="mod">
          <ac:chgData name="Fadi Yaqoub Saeed Alzaza" userId="63ac727b-d974-45f0-978f-fb4fb15258d9" providerId="ADAL" clId="{809856BE-E086-4E59-8ABE-D24C79730EB3}" dt="2025-05-20T08:11:15.253" v="0"/>
          <ac:spMkLst>
            <pc:docMk/>
            <pc:sldMk cId="2619132251" sldId="256"/>
            <ac:spMk id="3" creationId="{3E5D9B8F-1185-8938-123B-50E93DF9530E}"/>
          </ac:spMkLst>
        </pc:spChg>
      </pc:sldChg>
      <pc:sldChg chg="new del">
        <pc:chgData name="Fadi Yaqoub Saeed Alzaza" userId="63ac727b-d974-45f0-978f-fb4fb15258d9" providerId="ADAL" clId="{809856BE-E086-4E59-8ABE-D24C79730EB3}" dt="2025-05-20T09:39:01.775" v="6" actId="47"/>
        <pc:sldMkLst>
          <pc:docMk/>
          <pc:sldMk cId="3386051835" sldId="256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22617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50408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9895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057134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607012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4599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319890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579492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163334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700739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874538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46826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4555938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554118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134912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8212700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90314060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20" Type="http://schemas.openxmlformats.org/officeDocument/2006/relationships/image" Target="../media/image3.png"/><Relationship Id="rId21" Type="http://schemas.openxmlformats.org/officeDocument/2006/relationships/image" Target="../media/image4.png"/><Relationship Id="rId22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89E76585-B410-4487-962C-D6571C327AC4}" type="datetimeFigureOut">
              <a:rPr lang="en-AE" smtClean="0"/>
              <a:t>20/05/2025</a:t>
            </a:fld>
            <a:endParaRPr lang="en-A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F4780-BFA4-4EDD-AB92-F2C885E64E2C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648509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49" r:id="rId12"/>
    <p:sldLayoutId id="2147483750" r:id="rId13"/>
    <p:sldLayoutId id="2147483751" r:id="rId14"/>
    <p:sldLayoutId id="2147483752" r:id="rId15"/>
    <p:sldLayoutId id="2147483753" r:id="rId16"/>
    <p:sldLayoutId id="214748375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agents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Created: June 10,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AI Agent?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 AI agent is a computer program that acts in an environment.</a:t>
            </a:r>
          </a:p>
          <a:p>
            <a:r>
              <a:t>It perceives its environment and takes actions to achieve goals.</a:t>
            </a:r>
          </a:p>
          <a:p>
            <a:r>
              <a:t>Think of it like a robot, but it can be software too!</a:t>
            </a:r>
          </a:p>
          <a:p>
            <a:r>
              <a:t>We'll look at different types of agents.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Reactive AI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These agents react directly to their environment.</a:t>
            </a:r>
          </a:p>
          <a:p>
            <a:r>
              <a:t>No memory of past events.</a:t>
            </a:r>
          </a:p>
          <a:p>
            <a:r>
              <a:t>Simple, but limited capabilities.</a:t>
            </a:r>
          </a:p>
          <a:p>
            <a:r>
              <a:t>Example: A simple chess program that only looks at the current board state.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Memory-Based AI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Remember past experiences.</a:t>
            </a:r>
          </a:p>
          <a:p>
            <a:r>
              <a:t>Use past experiences to inform current actions.</a:t>
            </a:r>
          </a:p>
          <a:p>
            <a:r>
              <a:t>More adaptable than reactive agents.</a:t>
            </a:r>
          </a:p>
          <a:p>
            <a:r>
              <a:t>Example: A self-driving car learning from past driving situations.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Goal-Oriented AI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Have specific goals to achieve.</a:t>
            </a:r>
          </a:p>
          <a:p>
            <a:r>
              <a:t>Plan and make decisions to reach goals.</a:t>
            </a:r>
          </a:p>
          <a:p>
            <a:r>
              <a:t>Most complex type of agent.</a:t>
            </a:r>
          </a:p>
          <a:p>
            <a:r>
              <a:t>Example: A robot designed to navigate a maze.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Comparing AI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| Agent Type      | Memory | Planning | Example             |</a:t>
            </a:r>
          </a:p>
          <a:p>
            <a:r>
              <a:t>|-----------------|--------|----------|----------------------|</a:t>
            </a:r>
          </a:p>
          <a:p>
            <a:r>
              <a:t>| Reactive         | No     | No       | Simple Chatbot       |</a:t>
            </a:r>
          </a:p>
          <a:p>
            <a:r>
              <a:t>| Memory-Based    | Yes    | Limited  | Spam Filter          |</a:t>
            </a:r>
          </a:p>
          <a:p>
            <a:r>
              <a:t>| Goal-Oriented   | Yes    | Yes      | Self-Driving Car    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Agents in Action!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Healthcare: Diagnosing diseases.</a:t>
            </a:r>
          </a:p>
          <a:p>
            <a:r>
              <a:t>Finance: Fraud detection.</a:t>
            </a:r>
          </a:p>
          <a:p>
            <a:r>
              <a:t>Gaming:  Non-player characters (NPCs).</a:t>
            </a:r>
          </a:p>
          <a:p>
            <a:r>
              <a:t>Customer Service: Chatbots.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Bias in algorithms.</a:t>
            </a:r>
          </a:p>
          <a:p>
            <a:r>
              <a:t>Job displacement.</a:t>
            </a:r>
          </a:p>
          <a:p>
            <a:r>
              <a:t>Privacy concerns.</a:t>
            </a:r>
          </a:p>
          <a:p>
            <a:r>
              <a:t>Accountability for actions.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Spam Filters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Identify and filter spam emails.</a:t>
            </a:r>
          </a:p>
          <a:p>
            <a:r>
              <a:t>Agent Type: Memory-based.</a:t>
            </a:r>
          </a:p>
          <a:p>
            <a:r>
              <a:t>Effectiveness: High accuracy, reducing unwanted emails.</a:t>
            </a:r>
          </a:p>
          <a:p>
            <a:r>
              <a:t>Limitations: Can sometimes flag legitimate emails as spam.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Analyzing the Case Study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are the strengths of the spam filter agent?</a:t>
            </a:r>
          </a:p>
          <a:p>
            <a:r>
              <a:t>What are its weaknesses?</a:t>
            </a:r>
          </a:p>
          <a:p>
            <a:r>
              <a:t>How could it be improved?</a:t>
            </a:r>
          </a:p>
          <a:p>
            <a:r>
              <a:t>What ethical considerations apply?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Review and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are the three main types of AI agents?</a:t>
            </a:r>
          </a:p>
          <a:p>
            <a:r>
              <a:t>What are some real-world applications?</a:t>
            </a:r>
          </a:p>
          <a:p>
            <a:r>
              <a:t>What ethical issues should we consider?</a:t>
            </a:r>
          </a:p>
          <a:p>
            <a:r>
              <a:t>Any questions?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VDATA" val="ew0KICAiZG9jSUQiOiAiODE4NDE5YmYtNWYwYi00ZmJmLWFjM2UtYjBkYjg5MTk5YjM3Ig0KfQ=="/>
  <p:tag name="GVDATA0" val="(end)"/>
</p:tagLst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Century Gothic</vt:lpstr>
      <vt:lpstr>Wingdings 3</vt:lpstr>
      <vt:lpstr>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Fadi Yaqoub Saeed Alzaza</dc:creator>
  <cp:lastModifiedBy>Fadi Yaqoub Saeed Alzaza</cp:lastModifiedBy>
  <cp:revision>4</cp:revision>
  <dcterms:created xsi:type="dcterms:W3CDTF">2025-05-20T08:08:47Z</dcterms:created>
  <dcterms:modified xsi:type="dcterms:W3CDTF">2025-05-20T09:39:08Z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GVData">
    <vt:lpwstr>ew0KICAiZG9jSUQiOiAiODE4NDE5YmYtNWYwYi00ZmJmLWFjM2UtYjBkYjg5MTk5YjM3Ig0KfQ==</vt:lpwstr>
  </property>
  <property fmtid="{D5CDD505-2E9C-101B-9397-08002B2CF9AE}" pid="3" name="GVData0">
    <vt:lpwstr>(end)</vt:lpwstr>
  </property>
</Properties>
</file>