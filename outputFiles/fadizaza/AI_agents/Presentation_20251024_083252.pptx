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5" r:id="rId1"/>
  </p:sldMasterIdLst>
  <p:sldIdLst>
    <p:sldId id="256" r:id="rId9"/>
    <p:sldId id="257" r:id="rId10"/>
    <p:sldId id="258" r:id="rId12"/>
    <p:sldId id="259" r:id="rId13"/>
    <p:sldId id="260" r:id="rId14"/>
    <p:sldId id="261" r:id="rId15"/>
  </p:sldIdLst>
  <p:sldSz cx="12192000" cy="6858000"/>
  <p:notesSz cx="6858000" cy="9144000"/>
  <p:custDataLst>
    <p:tags r:id="rId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CB9BE8-9E74-4C7B-AD7F-028B1AB48233}" v="1" dt="2025-05-20T09:41:54.9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2" Type="http://schemas.openxmlformats.org/officeDocument/2006/relationships/tags" Target="tags/tag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Relationship Id="rId9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i Yaqoub Saeed Alzaza" userId="63ac727b-d974-45f0-978f-fb4fb15258d9" providerId="ADAL" clId="{2DCB9BE8-9E74-4C7B-AD7F-028B1AB48233}"/>
    <pc:docChg chg="addSld delSld modSld">
      <pc:chgData name="Fadi Yaqoub Saeed Alzaza" userId="63ac727b-d974-45f0-978f-fb4fb15258d9" providerId="ADAL" clId="{2DCB9BE8-9E74-4C7B-AD7F-028B1AB48233}" dt="2025-05-20T09:41:57.592" v="5" actId="47"/>
      <pc:docMkLst>
        <pc:docMk/>
      </pc:docMkLst>
      <pc:sldChg chg="modSp new del">
        <pc:chgData name="Fadi Yaqoub Saeed Alzaza" userId="63ac727b-d974-45f0-978f-fb4fb15258d9" providerId="ADAL" clId="{2DCB9BE8-9E74-4C7B-AD7F-028B1AB48233}" dt="2025-05-20T09:41:57.592" v="5" actId="47"/>
        <pc:sldMkLst>
          <pc:docMk/>
          <pc:sldMk cId="718073870" sldId="256"/>
        </pc:sldMkLst>
        <pc:spChg chg="mod">
          <ac:chgData name="Fadi Yaqoub Saeed Alzaza" userId="63ac727b-d974-45f0-978f-fb4fb15258d9" providerId="ADAL" clId="{2DCB9BE8-9E74-4C7B-AD7F-028B1AB48233}" dt="2025-05-20T09:41:54.972" v="4"/>
          <ac:spMkLst>
            <pc:docMk/>
            <pc:sldMk cId="718073870" sldId="256"/>
            <ac:spMk id="2" creationId="{DDF87BE1-A523-CFCA-4038-5938D5608F0A}"/>
          </ac:spMkLst>
        </pc:spChg>
        <pc:spChg chg="mod">
          <ac:chgData name="Fadi Yaqoub Saeed Alzaza" userId="63ac727b-d974-45f0-978f-fb4fb15258d9" providerId="ADAL" clId="{2DCB9BE8-9E74-4C7B-AD7F-028B1AB48233}" dt="2025-05-20T09:41:54.972" v="4"/>
          <ac:spMkLst>
            <pc:docMk/>
            <pc:sldMk cId="718073870" sldId="256"/>
            <ac:spMk id="3" creationId="{2F6E52BF-0094-1787-FAE4-12C2E37CBD8C}"/>
          </ac:spMkLst>
        </pc:spChg>
      </pc:sldChg>
      <pc:sldChg chg="del">
        <pc:chgData name="Fadi Yaqoub Saeed Alzaza" userId="63ac727b-d974-45f0-978f-fb4fb15258d9" providerId="ADAL" clId="{2DCB9BE8-9E74-4C7B-AD7F-028B1AB48233}" dt="2025-05-20T08:40:27.157" v="2" actId="47"/>
        <pc:sldMkLst>
          <pc:docMk/>
          <pc:sldMk cId="2619132251" sldId="256"/>
        </pc:sldMkLst>
      </pc:sldChg>
      <pc:sldChg chg="new del">
        <pc:chgData name="Fadi Yaqoub Saeed Alzaza" userId="63ac727b-d974-45f0-978f-fb4fb15258d9" providerId="ADAL" clId="{2DCB9BE8-9E74-4C7B-AD7F-028B1AB48233}" dt="2025-05-20T08:40:22.892" v="1" actId="47"/>
        <pc:sldMkLst>
          <pc:docMk/>
          <pc:sldMk cId="809125730" sldId="257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5615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83041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64243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60598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57173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55940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21334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38722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36664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46621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9665206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13811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agents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Created: October 24,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AI Agents?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latin typeface="Arial"/>
              </a:defRPr>
            </a:pPr>
            <a:r>
              <a:t>AI Agents are like robots with brains!</a:t>
            </a:r>
          </a:p>
          <a:p>
            <a:pPr>
              <a:defRPr sz="1800" b="1">
                <a:latin typeface="Arial"/>
              </a:defRPr>
            </a:pPr>
            <a:r>
              <a:t>They can perceive (see), reason (think), and act (do).</a:t>
            </a:r>
          </a:p>
          <a:p>
            <a:pPr>
              <a:defRPr sz="1800" b="1">
                <a:latin typeface="Arial"/>
              </a:defRPr>
            </a:pPr>
            <a:r>
              <a:t>Key parts:</a:t>
            </a:r>
          </a:p>
          <a:p>
            <a:pPr>
              <a:defRPr sz="1800" b="1">
                <a:latin typeface="Arial"/>
              </a:defRPr>
            </a:pPr>
            <a:r>
              <a:t>Sensors: How they see the world (like eyes).</a:t>
            </a:r>
          </a:p>
          <a:p>
            <a:pPr>
              <a:defRPr sz="1800" b="1">
                <a:latin typeface="Arial"/>
              </a:defRPr>
            </a:pPr>
            <a:r>
              <a:t>Actuators: How they do things (like hands).</a:t>
            </a:r>
          </a:p>
          <a:p>
            <a:pPr>
              <a:defRPr sz="1800" b="1">
                <a:latin typeface="Arial"/>
              </a:defRPr>
            </a:pPr>
            <a:r>
              <a:t>Brain (AI): How they decide what to do.</a:t>
            </a:r>
          </a:p>
          <a:p>
            <a:pPr>
              <a:defRPr sz="1800" b="1">
                <a:latin typeface="Arial"/>
              </a:defRPr>
            </a:pPr>
            <a:r>
              <a:t>Example: A self-driving car uses cameras (sensors) to see the road and steering wheel (actuators) to drive. The AI decides what to 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AI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>
                <a:latin typeface="Arial"/>
              </a:defRPr>
            </a:pPr>
            <a:r>
              <a:t>Simple Reflex Agents: Act based on the current situation only. (Like a thermostat - if too cold, turn on the heat.)</a:t>
            </a:r>
          </a:p>
          <a:p>
            <a:pPr>
              <a:defRPr sz="1400" b="1">
                <a:latin typeface="Arial"/>
              </a:defRPr>
            </a:pPr>
            <a:r>
              <a:t>Model-Based Reflex Agents: Remember past experiences to make better decisions. (Like driving - remember that a red light means stop even if you can't see any cars.)</a:t>
            </a:r>
          </a:p>
          <a:p>
            <a:pPr>
              <a:defRPr sz="1400" b="1">
                <a:latin typeface="Arial"/>
              </a:defRPr>
            </a:pPr>
            <a:r>
              <a:t>Goal-Based Agents: Try to achieve a specific goal. (Like a robot vacuum cleaning a room.)</a:t>
            </a:r>
          </a:p>
          <a:p>
            <a:pPr>
              <a:defRPr sz="1400" b="1">
                <a:latin typeface="Arial"/>
              </a:defRPr>
            </a:pPr>
            <a:r>
              <a:t>Utility-Based Agents: Try to achieve the best result possible. (Like a chess-playing AI trying to win, not just avoid losing.)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Your Own Agent!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latin typeface="Arial"/>
              </a:defRPr>
            </a:pPr>
            <a:r>
              <a:t>Task: Make an AI agent that waters your plants.</a:t>
            </a:r>
          </a:p>
          <a:p>
            <a:pPr>
              <a:defRPr sz="1800" b="1">
                <a:latin typeface="Arial"/>
              </a:defRPr>
            </a:pPr>
            <a:r>
              <a:t>Sensors: Soil moisture sensor (measures how wet the soil is).</a:t>
            </a:r>
          </a:p>
          <a:p>
            <a:pPr>
              <a:defRPr sz="1800" b="1">
                <a:latin typeface="Arial"/>
              </a:defRPr>
            </a:pPr>
            <a:r>
              <a:t>Actuators: Water pump.</a:t>
            </a:r>
          </a:p>
          <a:p>
            <a:pPr>
              <a:defRPr sz="1800" b="1">
                <a:latin typeface="Arial"/>
              </a:defRPr>
            </a:pPr>
            <a:r>
              <a:t>Decision-making: IF soil is dry, THEN turn on water pump. ELSE turn off water pump. (Simple Reflex Agent).</a:t>
            </a:r>
          </a:p>
          <a:p>
            <a:pPr>
              <a:defRPr sz="1800" b="1">
                <a:latin typeface="Arial"/>
              </a:defRPr>
            </a:pPr>
            <a:r>
              <a:t>Bonus: What if we wanted a Model-Based Agent? (Remember past watering times to avoid overwatering).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Architectures: Simple vs. Complex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latin typeface="Arial"/>
              </a:defRPr>
            </a:pPr>
            <a:r>
              <a:t>Simple (Reflex):</a:t>
            </a:r>
          </a:p>
          <a:p>
            <a:pPr>
              <a:defRPr sz="1800" b="1">
                <a:latin typeface="Arial"/>
              </a:defRPr>
            </a:pPr>
            <a:r>
              <a:t>Strength: Easy to build and fast.</a:t>
            </a:r>
          </a:p>
          <a:p>
            <a:pPr>
              <a:defRPr sz="1800" b="1">
                <a:latin typeface="Arial"/>
              </a:defRPr>
            </a:pPr>
            <a:r>
              <a:t>Weakness: Can't handle complex situations. (Example: Can't adapt to different plant types).</a:t>
            </a:r>
          </a:p>
          <a:p>
            <a:pPr>
              <a:defRPr sz="1800" b="1">
                <a:latin typeface="Arial"/>
              </a:defRPr>
            </a:pPr>
            <a:r>
              <a:t>Complex (Utility-Based):</a:t>
            </a:r>
          </a:p>
          <a:p>
            <a:pPr>
              <a:defRPr sz="1800" b="1">
                <a:latin typeface="Arial"/>
              </a:defRPr>
            </a:pPr>
            <a:r>
              <a:t>Strength: Can handle very complex situations and optimize for the best outcome. (Example: Can consider weather, plant type, and water availability).</a:t>
            </a:r>
          </a:p>
          <a:p>
            <a:pPr>
              <a:defRPr sz="1800" b="1">
                <a:latin typeface="Arial"/>
              </a:defRPr>
            </a:pPr>
            <a:r>
              <a:t>Weakness: Harder to build and slower.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 Time!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latin typeface="Arial"/>
              </a:defRPr>
            </a:pPr>
            <a:r>
              <a:t>What are the 3 key parts of an AI agent? (Sensors, Actuators, AI)</a:t>
            </a:r>
          </a:p>
          <a:p>
            <a:pPr>
              <a:defRPr sz="1800" b="1">
                <a:latin typeface="Arial"/>
              </a:defRPr>
            </a:pPr>
            <a:r>
              <a:t>Name two types of AI agents and give an example of each. (e.g., Reflex Agent - Thermostat)</a:t>
            </a:r>
          </a:p>
          <a:p>
            <a:pPr>
              <a:defRPr sz="1800" b="1">
                <a:latin typeface="Arial"/>
              </a:defRPr>
            </a:pPr>
            <a:r>
              <a:t>What's one strength and one weakness of a simple AI agent? (Easy to build, but can't handle complex situations)</a:t>
            </a:r>
          </a:p>
          <a:p>
            <a:pPr>
              <a:defRPr sz="1800" b="1">
                <a:latin typeface="Arial"/>
              </a:defRPr>
            </a:pPr>
            <a:r>
              <a:t>AI agents are all around us, helping us with tasks big and small! Keep exploring!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ODE4NDE5YmYtNWYwYi00ZmJmLWFjM2UtYjBkYjg5MTk5YjM3Ig0KfQ=="/>
  <p:tag name="GVDATA0" val="(end)"/>
</p:tagLst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Gill Sans MT</vt:lpstr>
      <vt:lpstr>Wingdings 2</vt:lpstr>
      <vt:lpstr>Dividend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 Yaqoub Saeed Alzaza</dc:creator>
  <cp:lastModifiedBy>Fadi Yaqoub Saeed Alzaza</cp:lastModifiedBy>
  <cp:revision>10</cp:revision>
  <dcterms:created xsi:type="dcterms:W3CDTF">2025-05-20T08:08:47Z</dcterms:created>
  <dcterms:modified xsi:type="dcterms:W3CDTF">2025-05-20T09:41:58Z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ew0KICAiZG9jSUQiOiAiODE4NDE5YmYtNWYwYi00ZmJmLWFjM2UtYjBkYjg5MTk5YjM3Ig0KfQ==</vt:lpwstr>
  </property>
  <property fmtid="{D5CDD505-2E9C-101B-9397-08002B2CF9AE}" pid="3" name="GVData0">
    <vt:lpwstr>(end)</vt:lpwstr>
  </property>
</Properties>
</file>