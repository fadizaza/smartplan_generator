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9"/>
    <p:sldId id="257" r:id="rId10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E9878F-C32B-4D46-9165-2DB6B440D927}" v="2" dt="2025-05-20T09:47:49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6DE9878F-C32B-4D46-9165-2DB6B440D927}"/>
    <pc:docChg chg="addSld delSld modSld">
      <pc:chgData name="Fadi Yaqoub Saeed Alzaza" userId="63ac727b-d974-45f0-978f-fb4fb15258d9" providerId="ADAL" clId="{6DE9878F-C32B-4D46-9165-2DB6B440D927}" dt="2025-05-20T09:47:56.405" v="6" actId="47"/>
      <pc:docMkLst>
        <pc:docMk/>
      </pc:docMkLst>
      <pc:sldChg chg="modSp new del">
        <pc:chgData name="Fadi Yaqoub Saeed Alzaza" userId="63ac727b-d974-45f0-978f-fb4fb15258d9" providerId="ADAL" clId="{6DE9878F-C32B-4D46-9165-2DB6B440D927}" dt="2025-05-20T09:47:54.385" v="4" actId="47"/>
        <pc:sldMkLst>
          <pc:docMk/>
          <pc:sldMk cId="28718323" sldId="256"/>
        </pc:sldMkLst>
        <pc:spChg chg="mod">
          <ac:chgData name="Fadi Yaqoub Saeed Alzaza" userId="63ac727b-d974-45f0-978f-fb4fb15258d9" providerId="ADAL" clId="{6DE9878F-C32B-4D46-9165-2DB6B440D927}" dt="2025-05-20T09:47:49.496" v="3"/>
          <ac:spMkLst>
            <pc:docMk/>
            <pc:sldMk cId="28718323" sldId="256"/>
            <ac:spMk id="2" creationId="{1F1E7B2A-4E30-8EBB-B232-ECAB6ED56A4E}"/>
          </ac:spMkLst>
        </pc:spChg>
        <pc:spChg chg="mod">
          <ac:chgData name="Fadi Yaqoub Saeed Alzaza" userId="63ac727b-d974-45f0-978f-fb4fb15258d9" providerId="ADAL" clId="{6DE9878F-C32B-4D46-9165-2DB6B440D927}" dt="2025-05-20T09:47:49.496" v="3"/>
          <ac:spMkLst>
            <pc:docMk/>
            <pc:sldMk cId="28718323" sldId="256"/>
            <ac:spMk id="3" creationId="{E895DDC7-2169-2016-A0D3-E7A036673B4C}"/>
          </ac:spMkLst>
        </pc:spChg>
      </pc:sldChg>
      <pc:sldChg chg="new del">
        <pc:chgData name="Fadi Yaqoub Saeed Alzaza" userId="63ac727b-d974-45f0-978f-fb4fb15258d9" providerId="ADAL" clId="{6DE9878F-C32B-4D46-9165-2DB6B440D927}" dt="2025-05-20T09:47:56.405" v="6" actId="47"/>
        <pc:sldMkLst>
          <pc:docMk/>
          <pc:sldMk cId="940303449" sldId="256"/>
        </pc:sldMkLst>
      </pc:sldChg>
      <pc:sldChg chg="modSp del">
        <pc:chgData name="Fadi Yaqoub Saeed Alzaza" userId="63ac727b-d974-45f0-978f-fb4fb15258d9" providerId="ADAL" clId="{6DE9878F-C32B-4D46-9165-2DB6B440D927}" dt="2025-05-20T08:41:14.351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6DE9878F-C32B-4D46-9165-2DB6B440D927}" dt="2025-05-20T08:25:09.243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6DE9878F-C32B-4D46-9165-2DB6B440D927}" dt="2025-05-20T08:25:09.243" v="0"/>
          <ac:spMkLst>
            <pc:docMk/>
            <pc:sldMk cId="2619132251" sldId="256"/>
            <ac:spMk id="3" creationId="{3E5D9B8F-1185-8938-123B-50E93DF9530E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901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9982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4978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95440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2884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26853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5056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323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357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6946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5252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7049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June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 agent is a computer program that acts in an environment.</a:t>
            </a:r>
          </a:p>
          <a:p>
            <a:r>
              <a:t>It perceives its environment and takes actions to achieve goals.</a:t>
            </a:r>
          </a:p>
          <a:p>
            <a:r>
              <a:t>Think of it like a robot or a virtual assistant!</a:t>
            </a:r>
          </a:p>
          <a:p>
            <a:r>
              <a:t>We'll look at different types of AI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Reactive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agents react directly to their environment.</a:t>
            </a:r>
          </a:p>
          <a:p>
            <a:r>
              <a:t>No memory of past experiences.</a:t>
            </a:r>
          </a:p>
          <a:p>
            <a:r>
              <a:t>Example: Deep Blue (chess-playing AI).</a:t>
            </a:r>
          </a:p>
          <a:p>
            <a:r>
              <a:t>Simple, but limited in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Memory-Based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agents do remember past experiences.</a:t>
            </a:r>
          </a:p>
          <a:p>
            <a:r>
              <a:t>They use this memory to make decisions.</a:t>
            </a:r>
          </a:p>
          <a:p>
            <a:r>
              <a:t>Example: A self-driving car learning from past routes.</a:t>
            </a:r>
          </a:p>
          <a:p>
            <a:r>
              <a:t>More adaptable than reactive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Goal-Oriented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agents have specific goals to achieve.</a:t>
            </a:r>
          </a:p>
          <a:p>
            <a:r>
              <a:t>They plan and make decisions to reach those goals.</a:t>
            </a:r>
          </a:p>
          <a:p>
            <a:r>
              <a:t>Example: A robot vacuum cleaner cleaning a room.</a:t>
            </a:r>
          </a:p>
          <a:p>
            <a:r>
              <a:t>Most complex type of AI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Agents in the Real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Self-driving cars (Transportation)</a:t>
            </a:r>
          </a:p>
          <a:p>
            <a:r>
              <a:t>Spam filters (Communication)</a:t>
            </a:r>
          </a:p>
          <a:p>
            <a:r>
              <a:t>Medical diagnosis tools (Healthcare)</a:t>
            </a:r>
          </a:p>
          <a:p>
            <a:r>
              <a:t>Recommendation systems (E-commerce)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algorithms can lead to unfair outcomes.</a:t>
            </a:r>
          </a:p>
          <a:p>
            <a:r>
              <a:t>Job displacement due to automation.</a:t>
            </a:r>
          </a:p>
          <a:p>
            <a:r>
              <a:t>Privacy concerns with data collection.</a:t>
            </a:r>
          </a:p>
          <a:p>
            <a:r>
              <a:t>Accountability for AI agent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 Robot Vacuum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Clean a room efficiently.</a:t>
            </a:r>
          </a:p>
          <a:p>
            <a:r>
              <a:t>Sensors: Detect dirt, obstacles.</a:t>
            </a:r>
          </a:p>
          <a:p>
            <a:r>
              <a:t>Actions: Move, clean, recharge.</a:t>
            </a:r>
          </a:p>
          <a:p>
            <a:r>
              <a:t>Effectiveness: Measured by cleanliness &amp; battery life.</a:t>
            </a:r>
          </a:p>
          <a:p>
            <a:r>
              <a:t>Limitations: Struggles with stairs, complex layouts.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 Light</vt:lpstr>
      <vt:lpstr>Rockwell</vt:lpstr>
      <vt:lpstr>Wingdings</vt:lpstr>
      <vt:lpstr>Atlas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2</cp:revision>
  <dcterms:created xsi:type="dcterms:W3CDTF">2025-05-20T08:08:47Z</dcterms:created>
  <dcterms:modified xsi:type="dcterms:W3CDTF">2025-05-20T09:47:56Z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