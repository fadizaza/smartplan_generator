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9"/>
    <p:sldId id="257" r:id="rId10"/>
    <p:sldId id="258" r:id="rId12"/>
    <p:sldId id="259" r:id="rId13"/>
    <p:sldId id="260" r:id="rId14"/>
    <p:sldId id="261" r:id="rId15"/>
  </p:sld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81AAA8-04EC-445F-ACFA-AA057D7A0A92}" v="6" dt="2025-05-20T09:40:47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2" Type="http://schemas.openxmlformats.org/officeDocument/2006/relationships/tags" Target="tags/tag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Relationship Id="rId9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4481AAA8-04EC-445F-ACFA-AA057D7A0A92}"/>
    <pc:docChg chg="addSld delSld modSld">
      <pc:chgData name="Fadi Yaqoub Saeed Alzaza" userId="63ac727b-d974-45f0-978f-fb4fb15258d9" providerId="ADAL" clId="{4481AAA8-04EC-445F-ACFA-AA057D7A0A92}" dt="2025-05-20T09:41:03.500" v="9" actId="47"/>
      <pc:docMkLst>
        <pc:docMk/>
      </pc:docMkLst>
      <pc:sldChg chg="new del">
        <pc:chgData name="Fadi Yaqoub Saeed Alzaza" userId="63ac727b-d974-45f0-978f-fb4fb15258d9" providerId="ADAL" clId="{4481AAA8-04EC-445F-ACFA-AA057D7A0A92}" dt="2025-05-20T09:41:03.500" v="9" actId="47"/>
        <pc:sldMkLst>
          <pc:docMk/>
          <pc:sldMk cId="1612610482" sldId="256"/>
        </pc:sldMkLst>
      </pc:sldChg>
      <pc:sldChg chg="modSp new del">
        <pc:chgData name="Fadi Yaqoub Saeed Alzaza" userId="63ac727b-d974-45f0-978f-fb4fb15258d9" providerId="ADAL" clId="{4481AAA8-04EC-445F-ACFA-AA057D7A0A92}" dt="2025-05-20T09:41:01.320" v="7" actId="47"/>
        <pc:sldMkLst>
          <pc:docMk/>
          <pc:sldMk cId="2507701182" sldId="256"/>
        </pc:sldMkLst>
        <pc:spChg chg="mod">
          <ac:chgData name="Fadi Yaqoub Saeed Alzaza" userId="63ac727b-d974-45f0-978f-fb4fb15258d9" providerId="ADAL" clId="{4481AAA8-04EC-445F-ACFA-AA057D7A0A92}" dt="2025-05-20T09:40:33.635" v="6"/>
          <ac:spMkLst>
            <pc:docMk/>
            <pc:sldMk cId="2507701182" sldId="256"/>
            <ac:spMk id="2" creationId="{DFF49B39-DF0B-E845-59E0-4230B1B179A8}"/>
          </ac:spMkLst>
        </pc:spChg>
        <pc:spChg chg="mod">
          <ac:chgData name="Fadi Yaqoub Saeed Alzaza" userId="63ac727b-d974-45f0-978f-fb4fb15258d9" providerId="ADAL" clId="{4481AAA8-04EC-445F-ACFA-AA057D7A0A92}" dt="2025-05-20T09:40:33.635" v="6"/>
          <ac:spMkLst>
            <pc:docMk/>
            <pc:sldMk cId="2507701182" sldId="256"/>
            <ac:spMk id="3" creationId="{FB797F66-6D25-F0B5-837E-82D72D2514DF}"/>
          </ac:spMkLst>
        </pc:spChg>
      </pc:sldChg>
      <pc:sldChg chg="modSp del">
        <pc:chgData name="Fadi Yaqoub Saeed Alzaza" userId="63ac727b-d974-45f0-978f-fb4fb15258d9" providerId="ADAL" clId="{4481AAA8-04EC-445F-ACFA-AA057D7A0A92}" dt="2025-05-20T08:43:16.457" v="1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4481AAA8-04EC-445F-ACFA-AA057D7A0A92}" dt="2025-05-20T08:10:16.196" v="0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4481AAA8-04EC-445F-ACFA-AA057D7A0A92}" dt="2025-05-20T08:10:16.196" v="0"/>
          <ac:spMkLst>
            <pc:docMk/>
            <pc:sldMk cId="2619132251" sldId="256"/>
            <ac:spMk id="3" creationId="{3E5D9B8F-1185-8938-123B-50E93DF9530E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52465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17353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10624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6298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77361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63999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9470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44203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49598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65419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182415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9446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Visual Shapes in Microsoft PowerPoint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Created: April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Visual Shapes in PowerPoint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latin typeface="Arial"/>
              </a:defRPr>
            </a:pPr>
            <a:r>
              <a:t>---</a:t>
            </a:r>
          </a:p>
          <a:p>
            <a:pPr>
              <a:defRPr sz="2400" b="1">
                <a:latin typeface="Arial"/>
              </a:defRPr>
            </a:pPr>
            <a:r>
              <a:t>Slide 1: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the "Shapes" 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>
                <a:latin typeface="Arial"/>
              </a:defRPr>
            </a:pPr>
            <a:r>
              <a:t>Introduction to Visual Shapes in PowerPoint</a:t>
            </a:r>
          </a:p>
          <a:p>
            <a:pPr>
              <a:defRPr sz="1400" b="1">
                <a:latin typeface="Arial"/>
              </a:defRPr>
            </a:pPr>
            <a:r>
              <a:t>- What are shapes?</a:t>
            </a:r>
          </a:p>
          <a:p>
            <a:pPr>
              <a:defRPr sz="1400" b="1">
                <a:latin typeface="Arial"/>
              </a:defRPr>
            </a:pPr>
            <a:r>
              <a:t>- Shapes are like digital drawing tools—think of them as colored blocks, circles, or arrows you can add to your slides.</a:t>
            </a:r>
          </a:p>
          <a:p>
            <a:pPr>
              <a:defRPr sz="1400" b="1">
                <a:latin typeface="Arial"/>
              </a:defRPr>
            </a:pPr>
            <a:r>
              <a:t>- They help organize ideas, highlight key points, or make your presentation more visual (like a map or flowchart).</a:t>
            </a:r>
          </a:p>
          <a:p>
            <a:pPr>
              <a:defRPr sz="1400" b="1">
                <a:latin typeface="Arial"/>
              </a:defRPr>
            </a:pPr>
            <a:r>
              <a:t>- Why use shapes?</a:t>
            </a:r>
          </a:p>
          <a:p>
            <a:pPr>
              <a:defRPr sz="1400" b="1">
                <a:latin typeface="Arial"/>
              </a:defRPr>
            </a:pPr>
            <a:r>
              <a:t>- Makes your slides more interesting (like adding stickers to a notebook).</a:t>
            </a:r>
          </a:p>
          <a:p>
            <a:pPr>
              <a:defRPr sz="1400" b="1">
                <a:latin typeface="Arial"/>
              </a:defRPr>
            </a:pPr>
            <a:r>
              <a:t>- Helps guide your audience’s eyes (e.g., a circle around important text).</a:t>
            </a:r>
          </a:p>
          <a:p>
            <a:pPr>
              <a:defRPr sz="1400" b="1">
                <a:latin typeface="Arial"/>
              </a:defRPr>
            </a:pPr>
            <a:r>
              <a:t>- Great for diagrams (e.g., a square for "Start" in a process).</a:t>
            </a:r>
          </a:p>
          <a:p>
            <a:pPr>
              <a:defRPr sz="1400" b="1">
                <a:latin typeface="Arial"/>
              </a:defRPr>
            </a:pPr>
            <a:r>
              <a:t>- Today’s goal:</a:t>
            </a:r>
          </a:p>
          <a:p>
            <a:pPr>
              <a:defRPr sz="1400" b="1">
                <a:latin typeface="Arial"/>
              </a:defRPr>
            </a:pPr>
            <a:r>
              <a:t>- Learn to find shapes, draw them, and move them easily.</a:t>
            </a:r>
          </a:p>
          <a:p>
            <a:pPr>
              <a:defRPr sz="1400" b="1">
                <a:latin typeface="Arial"/>
              </a:defRPr>
            </a:pPr>
            <a:r>
              <a:t>---</a:t>
            </a:r>
          </a:p>
          <a:p>
            <a:pPr>
              <a:defRPr sz="1400" b="1">
                <a:latin typeface="Arial"/>
              </a:defRPr>
            </a:pPr>
            <a:r>
              <a:t>Slide 2: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Drawing a Square or Circle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>
                <a:latin typeface="Arial"/>
              </a:defRPr>
            </a:pPr>
            <a:r>
              <a:t>Finding the "Shapes" Menu</a:t>
            </a:r>
          </a:p>
          <a:p>
            <a:pPr>
              <a:defRPr sz="1400" b="1">
                <a:latin typeface="Arial"/>
              </a:defRPr>
            </a:pPr>
            <a:r>
              <a:t>- Where is the Shapes tool?</a:t>
            </a:r>
          </a:p>
          <a:p>
            <a:pPr>
              <a:defRPr sz="1400" b="1">
                <a:latin typeface="Arial"/>
              </a:defRPr>
            </a:pPr>
            <a:r>
              <a:t>- Open PowerPoint → Look at the top toolbar (the menu bar).</a:t>
            </a:r>
          </a:p>
          <a:p>
            <a:pPr>
              <a:defRPr sz="1400" b="1">
                <a:latin typeface="Arial"/>
              </a:defRPr>
            </a:pPr>
            <a:r>
              <a:t>- Click the "Insert" tab (it’s like the "Add" button for new things).</a:t>
            </a:r>
          </a:p>
          <a:p>
            <a:pPr>
              <a:defRPr sz="1400" b="1">
                <a:latin typeface="Arial"/>
              </a:defRPr>
            </a:pPr>
            <a:r>
              <a:t>- In the "Illustrations" group, click the "Shapes" button (it looks like a dotted square).</a:t>
            </a:r>
          </a:p>
          <a:p>
            <a:pPr>
              <a:defRPr sz="1400" b="1">
                <a:latin typeface="Arial"/>
              </a:defRPr>
            </a:pPr>
            <a:r>
              <a:t>- Pro tip:</a:t>
            </a:r>
          </a:p>
          <a:p>
            <a:pPr>
              <a:defRPr sz="1400" b="1">
                <a:latin typeface="Arial"/>
              </a:defRPr>
            </a:pPr>
            <a:r>
              <a:t>- If you don’t see it, check if you’re on the "Insert" tab—it’s hidden if you’re on another tab (like "Home").</a:t>
            </a:r>
          </a:p>
          <a:p>
            <a:pPr>
              <a:defRPr sz="1400" b="1">
                <a:latin typeface="Arial"/>
              </a:defRPr>
            </a:pPr>
            <a:r>
              <a:t>- Example:</a:t>
            </a:r>
          </a:p>
          <a:p>
            <a:pPr>
              <a:defRPr sz="1400" b="1">
                <a:latin typeface="Arial"/>
              </a:defRPr>
            </a:pPr>
            <a:r>
              <a:t>- Imagine shapes are like tools in a toolbox. The "Insert" tab is the box, and "Shapes" is the drawer with all your colored pencils!</a:t>
            </a:r>
          </a:p>
          <a:p>
            <a:pPr>
              <a:defRPr sz="1400" b="1">
                <a:latin typeface="Arial"/>
              </a:defRPr>
            </a:pPr>
            <a:r>
              <a:t>---</a:t>
            </a:r>
          </a:p>
          <a:p>
            <a:pPr>
              <a:defRPr sz="1400" b="1">
                <a:latin typeface="Arial"/>
              </a:defRPr>
            </a:pPr>
            <a:r>
              <a:t>Slide 3: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Moving Shapes with Click and Drag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>
                <a:latin typeface="Arial"/>
              </a:defRPr>
            </a:pPr>
            <a:r>
              <a:t>Drawing a Square or Circle</a:t>
            </a:r>
          </a:p>
          <a:p>
            <a:pPr>
              <a:defRPr sz="1400" b="1">
                <a:latin typeface="Arial"/>
              </a:defRPr>
            </a:pPr>
            <a:r>
              <a:t>- Drawing a square:</a:t>
            </a:r>
          </a:p>
          <a:p>
            <a:pPr>
              <a:defRPr sz="1400" b="1">
                <a:latin typeface="Arial"/>
              </a:defRPr>
            </a:pPr>
            <a:r>
              <a:t>1. Click the "Rectangle" shape (it’s the first icon in the Shapes menu).</a:t>
            </a:r>
          </a:p>
          <a:p>
            <a:pPr>
              <a:defRPr sz="1400" b="1">
                <a:latin typeface="Arial"/>
              </a:defRPr>
            </a:pPr>
            <a:r>
              <a:t>2. Click and drag your mouse on the slide—like drawing with a pencil.</a:t>
            </a:r>
          </a:p>
          <a:p>
            <a:pPr>
              <a:defRPr sz="1400" b="1">
                <a:latin typeface="Arial"/>
              </a:defRPr>
            </a:pPr>
            <a:r>
              <a:t>- Tip: Hold Shift while dragging to make it a perfect square (not stretched).</a:t>
            </a:r>
          </a:p>
          <a:p>
            <a:pPr>
              <a:defRPr sz="1400" b="1">
                <a:latin typeface="Arial"/>
              </a:defRPr>
            </a:pPr>
            <a:r>
              <a:t>- Drawing a circle:</a:t>
            </a:r>
          </a:p>
          <a:p>
            <a:pPr>
              <a:defRPr sz="1400" b="1">
                <a:latin typeface="Arial"/>
              </a:defRPr>
            </a:pPr>
            <a:r>
              <a:t>1. Click the "Oval" shape (next to the rectangle).</a:t>
            </a:r>
          </a:p>
          <a:p>
            <a:pPr>
              <a:defRPr sz="1400" b="1">
                <a:latin typeface="Arial"/>
              </a:defRPr>
            </a:pPr>
            <a:r>
              <a:t>2. Click and drag—hold Shift to make it a perfect circle.</a:t>
            </a:r>
          </a:p>
          <a:p>
            <a:pPr>
              <a:defRPr sz="1400" b="1">
                <a:latin typeface="Arial"/>
              </a:defRPr>
            </a:pPr>
            <a:r>
              <a:t>- Practice:</a:t>
            </a:r>
          </a:p>
          <a:p>
            <a:pPr>
              <a:defRPr sz="1400" b="1">
                <a:latin typeface="Arial"/>
              </a:defRPr>
            </a:pPr>
            <a:r>
              <a:t>- Try drawing a square and a circle on a blank slide. Can you make them different sizes?</a:t>
            </a:r>
          </a:p>
          <a:p>
            <a:pPr>
              <a:defRPr sz="1400" b="1">
                <a:latin typeface="Arial"/>
              </a:defRPr>
            </a:pPr>
            <a:r>
              <a:t>- Analogy:</a:t>
            </a:r>
          </a:p>
          <a:p>
            <a:pPr>
              <a:defRPr sz="1400" b="1">
                <a:latin typeface="Arial"/>
              </a:defRPr>
            </a:pPr>
            <a:r>
              <a:t>- Drawing shapes is like coloring with a crayon—press down lightly for small shapes, harder for bigger ones!</a:t>
            </a:r>
          </a:p>
          <a:p>
            <a:pPr>
              <a:defRPr sz="1400" b="1">
                <a:latin typeface="Arial"/>
              </a:defRPr>
            </a:pPr>
            <a:r>
              <a:t>---</a:t>
            </a:r>
          </a:p>
          <a:p>
            <a:pPr>
              <a:defRPr sz="1400" b="1">
                <a:latin typeface="Arial"/>
              </a:defRPr>
            </a:pPr>
            <a:r>
              <a:t>Slide 4: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Recap &amp; Try It Yourself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>
                <a:latin typeface="Arial"/>
              </a:defRPr>
            </a:pPr>
            <a:r>
              <a:t>Moving Shapes with Click and Drag</a:t>
            </a:r>
          </a:p>
          <a:p>
            <a:pPr>
              <a:defRPr sz="1400" b="1">
                <a:latin typeface="Arial"/>
              </a:defRPr>
            </a:pPr>
            <a:r>
              <a:t>- How to move a shape:</a:t>
            </a:r>
          </a:p>
          <a:p>
            <a:pPr>
              <a:defRPr sz="1400" b="1">
                <a:latin typeface="Arial"/>
              </a:defRPr>
            </a:pPr>
            <a:r>
              <a:t>1. Click once on the shape (you’ll see small squares/handles appear).</a:t>
            </a:r>
          </a:p>
          <a:p>
            <a:pPr>
              <a:defRPr sz="1400" b="1">
                <a:latin typeface="Arial"/>
              </a:defRPr>
            </a:pPr>
            <a:r>
              <a:t>2. Click and drag the shape to a new spot—like moving a toy on a table.</a:t>
            </a:r>
          </a:p>
          <a:p>
            <a:pPr>
              <a:defRPr sz="1400" b="1">
                <a:latin typeface="Arial"/>
              </a:defRPr>
            </a:pPr>
            <a:r>
              <a:t>- What if it doesn’t move?</a:t>
            </a:r>
          </a:p>
          <a:p>
            <a:pPr>
              <a:defRPr sz="1400" b="1">
                <a:latin typeface="Arial"/>
              </a:defRPr>
            </a:pPr>
            <a:r>
              <a:t>- Make sure you clicked inside the shape (not on a handle).</a:t>
            </a:r>
          </a:p>
          <a:p>
            <a:pPr>
              <a:defRPr sz="1400" b="1">
                <a:latin typeface="Arial"/>
              </a:defRPr>
            </a:pPr>
            <a:r>
              <a:t>- If it’s locked, right-click → "Group" (if grouped) → "Ungroup" first.</a:t>
            </a:r>
          </a:p>
          <a:p>
            <a:pPr>
              <a:defRPr sz="1400" b="1">
                <a:latin typeface="Arial"/>
              </a:defRPr>
            </a:pPr>
            <a:r>
              <a:t>- Shortcuts:</a:t>
            </a:r>
          </a:p>
          <a:p>
            <a:pPr>
              <a:defRPr sz="1400" b="1">
                <a:latin typeface="Arial"/>
              </a:defRPr>
            </a:pPr>
            <a:r>
              <a:t>- Arrow keys (↑/↓/←/→) move shapes 1 pixel at a time.</a:t>
            </a:r>
          </a:p>
          <a:p>
            <a:pPr>
              <a:defRPr sz="1400" b="1">
                <a:latin typeface="Arial"/>
              </a:defRPr>
            </a:pPr>
            <a:r>
              <a:t>- Ctrl + Click + Drag (Windows) or Cmd + Click + Drag (Mac) copies the shape!</a:t>
            </a:r>
          </a:p>
          <a:p>
            <a:pPr>
              <a:defRPr sz="1400" b="1">
                <a:latin typeface="Arial"/>
              </a:defRPr>
            </a:pPr>
            <a:r>
              <a:t>- Example:</a:t>
            </a:r>
          </a:p>
          <a:p>
            <a:pPr>
              <a:defRPr sz="1400" b="1">
                <a:latin typeface="Arial"/>
              </a:defRPr>
            </a:pPr>
            <a:r>
              <a:t>- Move your square next to the circle. Now you have a "square and circle" pair—like a puzzle!</a:t>
            </a:r>
          </a:p>
          <a:p>
            <a:pPr>
              <a:defRPr sz="1400" b="1">
                <a:latin typeface="Arial"/>
              </a:defRPr>
            </a:pPr>
            <a:r>
              <a:t>---</a:t>
            </a:r>
          </a:p>
          <a:p>
            <a:pPr>
              <a:defRPr sz="1400" b="1">
                <a:latin typeface="Arial"/>
              </a:defRPr>
            </a:pPr>
            <a:r>
              <a:t>Slide 5: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theme1.xml><?xml version="1.0" encoding="utf-8"?>
<a:theme xmlns:a="http://schemas.openxmlformats.org/drawingml/2006/main" name="Galler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Rockwell</vt:lpstr>
      <vt:lpstr>Gallery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2</cp:revision>
  <dcterms:created xsi:type="dcterms:W3CDTF">2025-05-20T08:08:47Z</dcterms:created>
  <dcterms:modified xsi:type="dcterms:W3CDTF">2025-05-20T09:41:04Z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