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Using Pictures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---</a:t>
            </a:r>
          </a:p>
          <a:p>
            <a:pPr>
              <a:defRPr sz="2400" b="1">
                <a:latin typeface="Arial"/>
              </a:defRPr>
            </a:pPr>
            <a:r>
              <a:t>Slide 1: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"Insert"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Welcome to Using Pictures in PowerPoint</a:t>
            </a:r>
          </a:p>
          <a:p>
            <a:pPr>
              <a:defRPr sz="1800" b="1">
                <a:latin typeface="Arial"/>
              </a:defRPr>
            </a:pPr>
            <a:r>
              <a:t>- Why use pictures?</a:t>
            </a:r>
          </a:p>
          <a:p>
            <a:pPr>
              <a:defRPr sz="1800" b="1">
                <a:latin typeface="Arial"/>
              </a:defRPr>
            </a:pPr>
            <a:r>
              <a:t>- Pictures make slides more interesting than just text.</a:t>
            </a:r>
          </a:p>
          <a:p>
            <a:pPr>
              <a:defRPr sz="1800" b="1">
                <a:latin typeface="Arial"/>
              </a:defRPr>
            </a:pPr>
            <a:r>
              <a:t>- Example: A photo of a sunny beach instead of writing "vacation."</a:t>
            </a:r>
          </a:p>
          <a:p>
            <a:pPr>
              <a:defRPr sz="1800" b="1">
                <a:latin typeface="Arial"/>
              </a:defRPr>
            </a:pPr>
            <a:r>
              <a:t>- Today’s goal:</a:t>
            </a:r>
          </a:p>
          <a:p>
            <a:pPr>
              <a:defRPr sz="1800" b="1">
                <a:latin typeface="Arial"/>
              </a:defRPr>
            </a:pPr>
            <a:r>
              <a:t>- Learn how to add, resize, and place pictures easily.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2: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a Picture from Your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Finding the "Insert" Tab</a:t>
            </a:r>
          </a:p>
          <a:p>
            <a:pPr>
              <a:defRPr sz="1800" b="1">
                <a:latin typeface="Arial"/>
              </a:defRPr>
            </a:pPr>
            <a:r>
              <a:t>- Where’s the magic?</a:t>
            </a:r>
          </a:p>
          <a:p>
            <a:pPr>
              <a:defRPr sz="1800" b="1">
                <a:latin typeface="Arial"/>
              </a:defRPr>
            </a:pPr>
            <a:r>
              <a:t>- Look at the top menu bar—you’ll see tabs like Home, Insert, Design.</a:t>
            </a:r>
          </a:p>
          <a:p>
            <a:pPr>
              <a:defRPr sz="1800" b="1">
                <a:latin typeface="Arial"/>
              </a:defRPr>
            </a:pPr>
            <a:r>
              <a:t>- Click "Insert" to add pictures, shapes, or videos.</a:t>
            </a:r>
          </a:p>
          <a:p>
            <a:pPr>
              <a:defRPr sz="1800" b="1">
                <a:latin typeface="Arial"/>
              </a:defRPr>
            </a:pPr>
            <a:r>
              <a:t>- Analogy:</a:t>
            </a:r>
          </a:p>
          <a:p>
            <a:pPr>
              <a:defRPr sz="1800" b="1">
                <a:latin typeface="Arial"/>
              </a:defRPr>
            </a:pPr>
            <a:r>
              <a:t>- Think of it like a toolbox—"Insert" holds tools to add things to your slide.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3: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Resizing a Picture (Drag the Corners!)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Inserting a Picture from Your Computer</a:t>
            </a:r>
          </a:p>
          <a:p>
            <a:pPr>
              <a:defRPr sz="1800" b="1">
                <a:latin typeface="Arial"/>
              </a:defRPr>
            </a:pPr>
            <a:r>
              <a:t>- Step 1: Click "Insert" → "Pictures" (or press Ctrl+G).</a:t>
            </a:r>
          </a:p>
          <a:p>
            <a:pPr>
              <a:defRPr sz="1800" b="1">
                <a:latin typeface="Arial"/>
              </a:defRPr>
            </a:pPr>
            <a:r>
              <a:t>- Step 2: A window opens—browse your computer for the photo.</a:t>
            </a:r>
          </a:p>
          <a:p>
            <a:pPr>
              <a:defRPr sz="1800" b="1">
                <a:latin typeface="Arial"/>
              </a:defRPr>
            </a:pPr>
            <a:r>
              <a:t>- Example: Find a cat picture saved on your Desktop.</a:t>
            </a:r>
          </a:p>
          <a:p>
            <a:pPr>
              <a:defRPr sz="1800" b="1">
                <a:latin typeface="Arial"/>
              </a:defRPr>
            </a:pPr>
            <a:r>
              <a:t>- Step 3: Click "Insert" to add it to your slide!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4: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Time! (Try It Yourself!)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Resizing a Picture (Drag the Corners!)</a:t>
            </a:r>
          </a:p>
          <a:p>
            <a:pPr>
              <a:defRPr sz="1800" b="1">
                <a:latin typeface="Arial"/>
              </a:defRPr>
            </a:pPr>
            <a:r>
              <a:t>- How to make it bigger/smaller:</a:t>
            </a:r>
          </a:p>
          <a:p>
            <a:pPr>
              <a:defRPr sz="1800" b="1">
                <a:latin typeface="Arial"/>
              </a:defRPr>
            </a:pPr>
            <a:r>
              <a:t>1. Click the picture to select it (small squares appear).</a:t>
            </a:r>
          </a:p>
          <a:p>
            <a:pPr>
              <a:defRPr sz="1800" b="1">
                <a:latin typeface="Arial"/>
              </a:defRPr>
            </a:pPr>
            <a:r>
              <a:t>2. Grab a corner (like a tiny square) and drag it.</a:t>
            </a:r>
          </a:p>
          <a:p>
            <a:pPr>
              <a:defRPr sz="1800" b="1">
                <a:latin typeface="Arial"/>
              </a:defRPr>
            </a:pPr>
            <a:r>
              <a:t>- Drag outward to enlarge (like stretching a rubber band).</a:t>
            </a:r>
          </a:p>
          <a:p>
            <a:pPr>
              <a:defRPr sz="1800" b="1">
                <a:latin typeface="Arial"/>
              </a:defRPr>
            </a:pPr>
            <a:r>
              <a:t>- Drag inward to shrink (like squeezing a balloon).</a:t>
            </a:r>
          </a:p>
          <a:p>
            <a:pPr>
              <a:defRPr sz="1800" b="1">
                <a:latin typeface="Arial"/>
              </a:defRPr>
            </a:pPr>
            <a:r>
              <a:t>- Tip: Hold Shift while dragging to keep it square (no distortion).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5: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