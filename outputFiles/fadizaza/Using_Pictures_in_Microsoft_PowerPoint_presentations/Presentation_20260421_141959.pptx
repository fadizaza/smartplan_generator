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Pictures in Microsoft PowerPoint 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Using Pictures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Slide 1: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"Insert" 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Welcome to Using Pictures in PowerPoint</a:t>
            </a:r>
          </a:p>
          <a:p>
            <a:pPr>
              <a:defRPr sz="1800" b="1">
                <a:latin typeface="Arial"/>
              </a:defRPr>
            </a:pPr>
            <a:r>
              <a:t>- Adding pictures makes your slides more interesting like adding a poster to a bulletin board!</a:t>
            </a:r>
          </a:p>
          <a:p>
            <a:pPr>
              <a:defRPr sz="1800" b="1">
                <a:latin typeface="Arial"/>
              </a:defRPr>
            </a:pPr>
            <a:r>
              <a:t>- Today, you’ll learn how to insert, resize, and place pictures easily.</a:t>
            </a:r>
          </a:p>
          <a:p>
            <a:pPr>
              <a:defRPr sz="1800" b="1">
                <a:latin typeface="Arial"/>
              </a:defRPr>
            </a:pPr>
            <a:r>
              <a:t>- Why use pictures?</a:t>
            </a:r>
          </a:p>
          <a:p>
            <a:pPr>
              <a:defRPr sz="1800" b="1">
                <a:latin typeface="Arial"/>
              </a:defRPr>
            </a:pPr>
            <a:r>
              <a:t>- Helps explain ideas faster (like a visual story).</a:t>
            </a:r>
          </a:p>
          <a:p>
            <a:pPr>
              <a:defRPr sz="1800" b="1">
                <a:latin typeface="Arial"/>
              </a:defRPr>
            </a:pPr>
            <a:r>
              <a:t>- Keeps your audience engaged (like a movie poster).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2: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Inserting a Picture from Your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Finding the "Insert" Tab</a:t>
            </a:r>
          </a:p>
          <a:p>
            <a:pPr>
              <a:defRPr sz="1800" b="1">
                <a:latin typeface="Arial"/>
              </a:defRPr>
            </a:pPr>
            <a:r>
              <a:t>- The "Insert" tab is your picture toolbox—it’s where you add images, shapes, and more!</a:t>
            </a:r>
          </a:p>
          <a:p>
            <a:pPr>
              <a:defRPr sz="1800" b="1">
                <a:latin typeface="Arial"/>
              </a:defRPr>
            </a:pPr>
            <a:r>
              <a:t>- Where to find it:</a:t>
            </a:r>
          </a:p>
          <a:p>
            <a:pPr>
              <a:defRPr sz="1800" b="1">
                <a:latin typeface="Arial"/>
              </a:defRPr>
            </a:pPr>
            <a:r>
              <a:t>- Look at the top of PowerPoint (like a menu).</a:t>
            </a:r>
          </a:p>
          <a:p>
            <a:pPr>
              <a:defRPr sz="1800" b="1">
                <a:latin typeface="Arial"/>
              </a:defRPr>
            </a:pPr>
            <a:r>
              <a:t>- Click the "Insert" tab (it has icons like a picture, shape, and chart).</a:t>
            </a:r>
          </a:p>
          <a:p>
            <a:pPr>
              <a:defRPr sz="1800" b="1">
                <a:latin typeface="Arial"/>
              </a:defRPr>
            </a:pPr>
            <a:r>
              <a:t>- Example: Think of it like a toolbox—you open it to pick the right tool (here, the "Picture" tool).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3: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Resizing a Picture (Drag the Corners!)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Inserting a Picture from Your Computer</a:t>
            </a:r>
          </a:p>
          <a:p>
            <a:pPr>
              <a:defRPr sz="1800" b="1">
                <a:latin typeface="Arial"/>
              </a:defRPr>
            </a:pPr>
            <a:r>
              <a:t>- Step 1: Click the "Insert" tab → Find the "Pictures" icon (looks like a photo).</a:t>
            </a:r>
          </a:p>
          <a:p>
            <a:pPr>
              <a:defRPr sz="1800" b="1">
                <a:latin typeface="Arial"/>
              </a:defRPr>
            </a:pPr>
            <a:r>
              <a:t>- Step 2: A window will open—browse your computer like searching for a file.</a:t>
            </a:r>
          </a:p>
          <a:p>
            <a:pPr>
              <a:defRPr sz="1800" b="1">
                <a:latin typeface="Arial"/>
              </a:defRPr>
            </a:pPr>
            <a:r>
              <a:t>- Step 3: Select your picture (e.g., a photo of a cat) → Click "Insert".</a:t>
            </a:r>
          </a:p>
          <a:p>
            <a:pPr>
              <a:defRPr sz="1800" b="1">
                <a:latin typeface="Arial"/>
              </a:defRPr>
            </a:pPr>
            <a:r>
              <a:t>- Tip: Save pictures in a folder (like a "Pictures for School" folder) to find them fast!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4: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Time! (Try It Yourself!)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Resizing a Picture (Drag the Corners!)</a:t>
            </a:r>
          </a:p>
          <a:p>
            <a:pPr>
              <a:defRPr sz="1800" b="1">
                <a:latin typeface="Arial"/>
              </a:defRPr>
            </a:pPr>
            <a:r>
              <a:t>- Why resize? To make your picture fit the slide (like trimming a poster to fit a wall).</a:t>
            </a:r>
          </a:p>
          <a:p>
            <a:pPr>
              <a:defRPr sz="1800" b="1">
                <a:latin typeface="Arial"/>
              </a:defRPr>
            </a:pPr>
            <a:r>
              <a:t>- How to do it:</a:t>
            </a:r>
          </a:p>
          <a:p>
            <a:pPr>
              <a:defRPr sz="1800" b="1">
                <a:latin typeface="Arial"/>
              </a:defRPr>
            </a:pPr>
            <a:r>
              <a:t>1. Click the picture to select it (it gets a blue border).</a:t>
            </a:r>
          </a:p>
          <a:p>
            <a:pPr>
              <a:defRPr sz="1800" b="1">
                <a:latin typeface="Arial"/>
              </a:defRPr>
            </a:pPr>
            <a:r>
              <a:t>2. Look at the four corners—they have small black squares.</a:t>
            </a:r>
          </a:p>
          <a:p>
            <a:pPr>
              <a:defRPr sz="1800" b="1">
                <a:latin typeface="Arial"/>
              </a:defRPr>
            </a:pPr>
            <a:r>
              <a:t>3. Drag (click and hold) a corner to stretch the picture bigger or smaller.</a:t>
            </a:r>
          </a:p>
          <a:p>
            <a:pPr>
              <a:defRPr sz="1800" b="1">
                <a:latin typeface="Arial"/>
              </a:defRPr>
            </a:pPr>
            <a:r>
              <a:t>- Pro Tip: Hold Shift while dragging to keep the picture square (like a perfect photo frame).</a:t>
            </a:r>
          </a:p>
          <a:p>
            <a:pPr>
              <a:defRPr sz="1800" b="1">
                <a:latin typeface="Arial"/>
              </a:defRPr>
            </a:pPr>
            <a:r>
              <a:t>---</a:t>
            </a:r>
          </a:p>
          <a:p>
            <a:pPr>
              <a:defRPr sz="1800" b="1">
                <a:latin typeface="Arial"/>
              </a:defRPr>
            </a:pPr>
            <a:r>
              <a:t>Slide 5: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