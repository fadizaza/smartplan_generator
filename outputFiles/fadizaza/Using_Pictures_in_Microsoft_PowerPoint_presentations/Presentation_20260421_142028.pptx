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Pictures in Microsoft PowerPoint presentations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April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Inserting Pictures in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- Why use pictures?</a:t>
            </a:r>
          </a:p>
          <a:p>
            <a:pPr>
              <a:defRPr sz="1800" b="1">
                <a:latin typeface="Arial"/>
              </a:defRPr>
            </a:pPr>
            <a:r>
              <a:t>- Pictures make slides more interesting than just text.</a:t>
            </a:r>
          </a:p>
          <a:p>
            <a:pPr>
              <a:defRPr sz="1800" b="1">
                <a:latin typeface="Arial"/>
              </a:defRPr>
            </a:pPr>
            <a:r>
              <a:t>- Example: Instead of saying "This is a dog," show a picture of a dog!</a:t>
            </a:r>
          </a:p>
          <a:p>
            <a:pPr>
              <a:defRPr sz="1800" b="1">
                <a:latin typeface="Arial"/>
              </a:defRPr>
            </a:pPr>
            <a:r>
              <a:t>- Helps your audience remember what you’re teaching.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"Insert" 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- Where is it?</a:t>
            </a:r>
          </a:p>
          <a:p>
            <a:pPr>
              <a:defRPr sz="1800" b="1">
                <a:latin typeface="Arial"/>
              </a:defRPr>
            </a:pPr>
            <a:r>
              <a:t>- At the top of PowerPoint, look for a tab labeled "Insert" (it has a plus sign ✚).</a:t>
            </a:r>
          </a:p>
          <a:p>
            <a:pPr>
              <a:defRPr sz="1800" b="1">
                <a:latin typeface="Arial"/>
              </a:defRPr>
            </a:pPr>
            <a:r>
              <a:t>- Think of it like a "toolbox" for adding things to your slide.</a:t>
            </a:r>
          </a:p>
          <a:p>
            <a:pPr>
              <a:defRPr sz="1800" b="1">
                <a:latin typeface="Arial"/>
              </a:defRPr>
            </a:pPr>
            <a:r>
              <a:t>- What’s inside?</a:t>
            </a:r>
          </a:p>
          <a:p>
            <a:pPr>
              <a:defRPr sz="1800" b="1">
                <a:latin typeface="Arial"/>
              </a:defRPr>
            </a:pPr>
            <a:r>
              <a:t>- Pictures, shapes, charts, and more!</a:t>
            </a:r>
          </a:p>
          <a:p>
            <a:pPr>
              <a:defRPr sz="1800" b="1">
                <a:latin typeface="Arial"/>
              </a:defRPr>
            </a:pPr>
            <a:r>
              <a:t>- Example: Want to add a photo? Click "Pictures" here.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Insert a Picture from Your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- Step 1: Click "Insert" → "Pictures" (or press Ctrl+G).</a:t>
            </a:r>
          </a:p>
          <a:p>
            <a:pPr>
              <a:defRPr sz="1800" b="1">
                <a:latin typeface="Arial"/>
              </a:defRPr>
            </a:pPr>
            <a:r>
              <a:t>- Step 2: A window opens—browse your computer like a treasure hunt!</a:t>
            </a:r>
          </a:p>
          <a:p>
            <a:pPr>
              <a:defRPr sz="1800" b="1">
                <a:latin typeface="Arial"/>
              </a:defRPr>
            </a:pPr>
            <a:r>
              <a:t>- Find the picture you want (e.g., a family photo or a fun meme).</a:t>
            </a:r>
          </a:p>
          <a:p>
            <a:pPr>
              <a:defRPr sz="1800" b="1">
                <a:latin typeface="Arial"/>
              </a:defRPr>
            </a:pPr>
            <a:r>
              <a:t>- Step 3: Click "Insert" to add it to your slide.</a:t>
            </a:r>
          </a:p>
          <a:p>
            <a:pPr>
              <a:defRPr sz="1800" b="1">
                <a:latin typeface="Arial"/>
              </a:defRPr>
            </a:pPr>
            <a:r>
              <a:t>- Tip: If the picture is too big, don’t panic—we’ll resize it next!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Resizing a Picture (Drag the Corners!)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- How to make it bigger/smaller:</a:t>
            </a:r>
          </a:p>
          <a:p>
            <a:pPr>
              <a:defRPr sz="1800" b="1">
                <a:latin typeface="Arial"/>
              </a:defRPr>
            </a:pPr>
            <a:r>
              <a:t>- Click the picture to select it (it gets a blue border).</a:t>
            </a:r>
          </a:p>
          <a:p>
            <a:pPr>
              <a:defRPr sz="1800" b="1">
                <a:latin typeface="Arial"/>
              </a:defRPr>
            </a:pPr>
            <a:r>
              <a:t>- Look at the four corners—they have little black squares.</a:t>
            </a:r>
          </a:p>
          <a:p>
            <a:pPr>
              <a:defRPr sz="1800" b="1">
                <a:latin typeface="Arial"/>
              </a:defRPr>
            </a:pPr>
            <a:r>
              <a:t>- Drag any corner (like pulling a rubber band) to resize!</a:t>
            </a:r>
          </a:p>
          <a:p>
            <a:pPr>
              <a:defRPr sz="1800" b="1">
                <a:latin typeface="Arial"/>
              </a:defRPr>
            </a:pPr>
            <a:r>
              <a:t>- Example:</a:t>
            </a:r>
          </a:p>
          <a:p>
            <a:pPr>
              <a:defRPr sz="1800" b="1">
                <a:latin typeface="Arial"/>
              </a:defRPr>
            </a:pPr>
            <a:r>
              <a:t>- Too big? Drag inward (like shrinking a balloon).</a:t>
            </a:r>
          </a:p>
          <a:p>
            <a:pPr>
              <a:defRPr sz="1800" b="1">
                <a:latin typeface="Arial"/>
              </a:defRPr>
            </a:pPr>
            <a:r>
              <a:t>- Too small? Drag outward (like blowing up a balloon).</a:t>
            </a:r>
          </a:p>
          <a:p>
            <a:pPr>
              <a:defRPr sz="1800" b="1">
                <a:latin typeface="Arial"/>
              </a:defRPr>
            </a:pPr>
            <a:r>
              <a:t>- Pro Tip: Hold Shift while dragging to keep it square (no stretching!).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Check: Try It Yourself!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- Your turn!</a:t>
            </a:r>
          </a:p>
          <a:p>
            <a:pPr>
              <a:defRPr sz="1800" b="1">
                <a:latin typeface="Arial"/>
              </a:defRPr>
            </a:pPr>
            <a:r>
              <a:t>1. Open PowerPoint and go to the "Insert" tab.</a:t>
            </a:r>
          </a:p>
          <a:p>
            <a:pPr>
              <a:defRPr sz="1800" b="1">
                <a:latin typeface="Arial"/>
              </a:defRPr>
            </a:pPr>
            <a:r>
              <a:t>2. Find a picture on your computer (even a screenshot works!).</a:t>
            </a:r>
          </a:p>
          <a:p>
            <a:pPr>
              <a:defRPr sz="1800" b="1">
                <a:latin typeface="Arial"/>
              </a:defRPr>
            </a:pPr>
            <a:r>
              <a:t>3. Insert it and resize it by dragging the corners.</a:t>
            </a:r>
          </a:p>
          <a:p>
            <a:pPr>
              <a:defRPr sz="1800" b="1">
                <a:latin typeface="Arial"/>
              </a:defRPr>
            </a:pPr>
            <a:r>
              <a:t>4. Share with a partner: "What picture did you add?"</a:t>
            </a:r>
          </a:p>
          <a:p>
            <a:pPr>
              <a:defRPr sz="1800" b="1">
                <a:latin typeface="Arial"/>
              </a:defRPr>
            </a:pPr>
            <a:r>
              <a:t>- Remember:</a:t>
            </a:r>
          </a:p>
          <a:p>
            <a:pPr>
              <a:defRPr sz="1800" b="1">
                <a:latin typeface="Arial"/>
              </a:defRPr>
            </a:pPr>
            <a:r>
              <a:t>- Pictures make slides fun and clear!</a:t>
            </a:r>
          </a:p>
          <a:p>
            <a:pPr>
              <a:defRPr sz="1800" b="1">
                <a:latin typeface="Arial"/>
              </a:defRPr>
            </a:pPr>
            <a:r>
              <a:t>- Always resize to fit your slide like a puzzle piece.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