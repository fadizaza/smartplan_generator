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9"/>
    <p:sldId id="257" r:id="rId10"/>
    <p:sldId id="258" r:id="rId12"/>
    <p:sldId id="259" r:id="rId13"/>
    <p:sldId id="260" r:id="rId14"/>
    <p:sldId id="261" r:id="rId1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1AAA8-04EC-445F-ACFA-AA057D7A0A92}" v="6" dt="2025-05-20T09:40:4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4481AAA8-04EC-445F-ACFA-AA057D7A0A92}"/>
    <pc:docChg chg="addSld delSld modSld">
      <pc:chgData name="Fadi Yaqoub Saeed Alzaza" userId="63ac727b-d974-45f0-978f-fb4fb15258d9" providerId="ADAL" clId="{4481AAA8-04EC-445F-ACFA-AA057D7A0A92}" dt="2025-05-20T09:41:03.500" v="9" actId="47"/>
      <pc:docMkLst>
        <pc:docMk/>
      </pc:docMkLst>
      <pc:sldChg chg="new del">
        <pc:chgData name="Fadi Yaqoub Saeed Alzaza" userId="63ac727b-d974-45f0-978f-fb4fb15258d9" providerId="ADAL" clId="{4481AAA8-04EC-445F-ACFA-AA057D7A0A92}" dt="2025-05-20T09:41:03.500" v="9" actId="47"/>
        <pc:sldMkLst>
          <pc:docMk/>
          <pc:sldMk cId="1612610482" sldId="256"/>
        </pc:sldMkLst>
      </pc:sldChg>
      <pc:sldChg chg="modSp new del">
        <pc:chgData name="Fadi Yaqoub Saeed Alzaza" userId="63ac727b-d974-45f0-978f-fb4fb15258d9" providerId="ADAL" clId="{4481AAA8-04EC-445F-ACFA-AA057D7A0A92}" dt="2025-05-20T09:41:01.320" v="7" actId="47"/>
        <pc:sldMkLst>
          <pc:docMk/>
          <pc:sldMk cId="2507701182" sldId="256"/>
        </pc:sldMkLst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2" creationId="{DFF49B39-DF0B-E845-59E0-4230B1B179A8}"/>
          </ac:spMkLst>
        </pc:spChg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3" creationId="{FB797F66-6D25-F0B5-837E-82D72D2514DF}"/>
          </ac:spMkLst>
        </pc:spChg>
      </pc:sldChg>
      <pc:sldChg chg="modSp del">
        <pc:chgData name="Fadi Yaqoub Saeed Alzaza" userId="63ac727b-d974-45f0-978f-fb4fb15258d9" providerId="ADAL" clId="{4481AAA8-04EC-445F-ACFA-AA057D7A0A92}" dt="2025-05-20T08:43:16.45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24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62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29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36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39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7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20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95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541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8241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Using Pictures in Microsoft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April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Using Pictures in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Slide 1: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Pictures in PowerPoint?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Introduction to Using Pictures in PowerPoint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- Pictures make your slides more interesting—like adding a colorful poster to a boring textbook!</a:t>
            </a:r>
          </a:p>
          <a:p>
            <a:pPr>
              <a:defRPr sz="1400" b="1">
                <a:latin typeface="Arial"/>
              </a:defRPr>
            </a:pPr>
            <a:r>
              <a:t>- They help explain ideas faster than words alone (e.g., a photo of a volcano instead of describing it).</a:t>
            </a:r>
          </a:p>
          <a:p>
            <a:pPr>
              <a:defRPr sz="1400" b="1">
                <a:latin typeface="Arial"/>
              </a:defRPr>
            </a:pPr>
            <a:r>
              <a:t>- Rule: Use pictures that are clear, relevant, and not too busy (like a crowded street vs. a clean road sign).</a:t>
            </a:r>
          </a:p>
          <a:p>
            <a:pPr>
              <a:defRPr sz="1400" b="1">
                <a:latin typeface="Arial"/>
              </a:defRPr>
            </a:pPr>
            <a:r>
              <a:t>Example:</a:t>
            </a:r>
          </a:p>
          <a:p>
            <a:pPr>
              <a:defRPr sz="1400" b="1">
                <a:latin typeface="Arial"/>
              </a:defRPr>
            </a:pPr>
            <a:r>
              <a:t>✅ Good: A simple diagram of a computer’s parts.</a:t>
            </a:r>
          </a:p>
          <a:p>
            <a:pPr>
              <a:defRPr sz="1400" b="1">
                <a:latin typeface="Arial"/>
              </a:defRPr>
            </a:pPr>
            <a:r>
              <a:t>❌ Bad: A blurry photo of a crowded market (hard to focus on the main idea).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Slide 2: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Start: 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Finding the "Insert" Tab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"Insert" Tab</a:t>
            </a:r>
          </a:p>
          <a:p>
            <a:pPr>
              <a:defRPr sz="1800" b="1">
                <a:latin typeface="Arial"/>
              </a:defRPr>
            </a:pPr>
            <a:r>
              <a:t>- The "Insert" tab is your toolbox for adding pictures, shapes, and more.</a:t>
            </a:r>
          </a:p>
          <a:p>
            <a:pPr>
              <a:defRPr sz="1800" b="1">
                <a:latin typeface="Arial"/>
              </a:defRPr>
            </a:pPr>
            <a:r>
              <a:t>- Location: Look at the top ribbon (the gray bar with buttons). It’s usually 2nd from the left (after "Home").</a:t>
            </a:r>
          </a:p>
          <a:p>
            <a:pPr>
              <a:defRPr sz="1800" b="1">
                <a:latin typeface="Arial"/>
              </a:defRPr>
            </a:pPr>
            <a:r>
              <a:t>- Tip: If you don’t see it, click the "View" tab → Check "Ribbon" is set to "Normal" (like turning on a light switch).</a:t>
            </a:r>
          </a:p>
          <a:p>
            <a:pPr>
              <a:defRPr sz="1800" b="1">
                <a:latin typeface="Arial"/>
              </a:defRPr>
            </a:pPr>
            <a:r>
              <a:t>Analogy:</a:t>
            </a:r>
          </a:p>
          <a:p>
            <a:pPr>
              <a:defRPr sz="1800" b="1">
                <a:latin typeface="Arial"/>
              </a:defRPr>
            </a:pPr>
            <a:r>
              <a:t>Think of PowerPoint like a kitchen:</a:t>
            </a:r>
          </a:p>
          <a:p>
            <a:pPr>
              <a:defRPr sz="1800" b="1">
                <a:latin typeface="Arial"/>
              </a:defRPr>
            </a:pPr>
            <a:r>
              <a:t>- The "Insert" tab is the pantry—where you grab ingredients (pictures) to cook up your slide!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3: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Step-by-Step: Adding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Inserting a Picture from Your Computer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1. Click "Insert" → Find the "Pictures" button (it looks like a clipboard with a mountain).</a:t>
            </a:r>
          </a:p>
          <a:p>
            <a:pPr>
              <a:defRPr sz="1400" b="1">
                <a:latin typeface="Arial"/>
              </a:defRPr>
            </a:pPr>
            <a:r>
              <a:t>2. A window will open—browse to where your picture is saved (e.g., "Downloads" or "Pictures" folder).</a:t>
            </a:r>
          </a:p>
          <a:p>
            <a:pPr>
              <a:defRPr sz="1400" b="1">
                <a:latin typeface="Arial"/>
              </a:defRPr>
            </a:pPr>
            <a:r>
              <a:t>3. Select your picture → Click "Insert" (like choosing a toy from a box).</a:t>
            </a:r>
          </a:p>
          <a:p>
            <a:pPr>
              <a:defRPr sz="1400" b="1">
                <a:latin typeface="Arial"/>
              </a:defRPr>
            </a:pPr>
            <a:r>
              <a:t>4. Done! Your picture appears on the slide.</a:t>
            </a:r>
          </a:p>
          <a:p>
            <a:pPr>
              <a:defRPr sz="1400" b="1">
                <a:latin typeface="Arial"/>
              </a:defRPr>
            </a:pPr>
            <a:r>
              <a:t>Pro Tip:</a:t>
            </a:r>
          </a:p>
          <a:p>
            <a:pPr>
              <a:defRPr sz="1400" b="1">
                <a:latin typeface="Arial"/>
              </a:defRPr>
            </a:pPr>
            <a:r>
              <a:t>- To find a picture faster, type its name in the search bar (e.g., "sunset" or "dog").</a:t>
            </a:r>
          </a:p>
          <a:p>
            <a:pPr>
              <a:defRPr sz="1400" b="1">
                <a:latin typeface="Arial"/>
              </a:defRPr>
            </a:pPr>
            <a:r>
              <a:t>- Example: Insert a screenshot of your favorite game to explain a concept.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Slide 4: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 It Fit: Resizing Your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Resizing Pictures: Drag the Corners!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- To change size, place your mouse cursor on a corner of the picture (you’ll see a double-headed arrow appear).</a:t>
            </a:r>
          </a:p>
          <a:p>
            <a:pPr>
              <a:defRPr sz="1400" b="1">
                <a:latin typeface="Arial"/>
              </a:defRPr>
            </a:pPr>
            <a:r>
              <a:t>- Click and drag inward (to shrink) or outward (to grow)—like stretching a rubber band!</a:t>
            </a:r>
          </a:p>
          <a:p>
            <a:pPr>
              <a:defRPr sz="1400" b="1">
                <a:latin typeface="Arial"/>
              </a:defRPr>
            </a:pPr>
            <a:r>
              <a:t>- Shortcut: Hold Shift while dragging to keep the picture from getting stretched (like a square becoming a rectangle).</a:t>
            </a:r>
          </a:p>
          <a:p>
            <a:pPr>
              <a:defRPr sz="1400" b="1">
                <a:latin typeface="Arial"/>
              </a:defRPr>
            </a:pPr>
            <a:r>
              <a:t>Why It Matters:</a:t>
            </a:r>
          </a:p>
          <a:p>
            <a:pPr>
              <a:defRPr sz="1400" b="1">
                <a:latin typeface="Arial"/>
              </a:defRPr>
            </a:pPr>
            <a:r>
              <a:t>- Too big? It blocks text (like a giant poster covering your homework).</a:t>
            </a:r>
          </a:p>
          <a:p>
            <a:pPr>
              <a:defRPr sz="1400" b="1">
                <a:latin typeface="Arial"/>
              </a:defRPr>
            </a:pPr>
            <a:r>
              <a:t>- Too small? It’s hard to see (like reading a tiny menu).</a:t>
            </a:r>
          </a:p>
          <a:p>
            <a:pPr>
              <a:defRPr sz="1400" b="1">
                <a:latin typeface="Arial"/>
              </a:defRPr>
            </a:pPr>
            <a:r>
              <a:t>Try It!</a:t>
            </a:r>
          </a:p>
          <a:p>
            <a:pPr>
              <a:defRPr sz="1400" b="1">
                <a:latin typeface="Arial"/>
              </a:defRPr>
            </a:pPr>
            <a:r>
              <a:t>- Insert a picture → Drag a corner to make it half its size → Drag again to restore it.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Slide 5: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Rockwell</vt:lpstr>
      <vt:lpstr>Gallery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