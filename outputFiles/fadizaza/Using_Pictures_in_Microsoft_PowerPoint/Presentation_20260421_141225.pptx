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9"/>
    <p:sldId id="257" r:id="rId10"/>
    <p:sldId id="258" r:id="rId12"/>
    <p:sldId id="259" r:id="rId13"/>
    <p:sldId id="260" r:id="rId14"/>
    <p:sldId id="261" r:id="rId1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1AAA8-04EC-445F-ACFA-AA057D7A0A92}" v="6" dt="2025-05-20T09:40:47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4481AAA8-04EC-445F-ACFA-AA057D7A0A92}"/>
    <pc:docChg chg="addSld delSld modSld">
      <pc:chgData name="Fadi Yaqoub Saeed Alzaza" userId="63ac727b-d974-45f0-978f-fb4fb15258d9" providerId="ADAL" clId="{4481AAA8-04EC-445F-ACFA-AA057D7A0A92}" dt="2025-05-20T09:41:03.500" v="9" actId="47"/>
      <pc:docMkLst>
        <pc:docMk/>
      </pc:docMkLst>
      <pc:sldChg chg="new del">
        <pc:chgData name="Fadi Yaqoub Saeed Alzaza" userId="63ac727b-d974-45f0-978f-fb4fb15258d9" providerId="ADAL" clId="{4481AAA8-04EC-445F-ACFA-AA057D7A0A92}" dt="2025-05-20T09:41:03.500" v="9" actId="47"/>
        <pc:sldMkLst>
          <pc:docMk/>
          <pc:sldMk cId="1612610482" sldId="256"/>
        </pc:sldMkLst>
      </pc:sldChg>
      <pc:sldChg chg="modSp new del">
        <pc:chgData name="Fadi Yaqoub Saeed Alzaza" userId="63ac727b-d974-45f0-978f-fb4fb15258d9" providerId="ADAL" clId="{4481AAA8-04EC-445F-ACFA-AA057D7A0A92}" dt="2025-05-20T09:41:01.320" v="7" actId="47"/>
        <pc:sldMkLst>
          <pc:docMk/>
          <pc:sldMk cId="2507701182" sldId="256"/>
        </pc:sldMkLst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2" creationId="{DFF49B39-DF0B-E845-59E0-4230B1B179A8}"/>
          </ac:spMkLst>
        </pc:spChg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3" creationId="{FB797F66-6D25-F0B5-837E-82D72D2514DF}"/>
          </ac:spMkLst>
        </pc:spChg>
      </pc:sldChg>
      <pc:sldChg chg="modSp del">
        <pc:chgData name="Fadi Yaqoub Saeed Alzaza" userId="63ac727b-d974-45f0-978f-fb4fb15258d9" providerId="ADAL" clId="{4481AAA8-04EC-445F-ACFA-AA057D7A0A92}" dt="2025-05-20T08:43:16.45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24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735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062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29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736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399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7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20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959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541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8241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44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Using Pictures in Microsoft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April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Using Pictures in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Here are your 5 engaging PowerPoint slides for beginner students:</a:t>
            </a:r>
          </a:p>
          <a:p>
            <a:pPr>
              <a:defRPr sz="2400" b="1">
                <a:latin typeface="Arial"/>
              </a:defRPr>
            </a:pPr>
            <a:r>
              <a:t>---</a:t>
            </a:r>
          </a:p>
          <a:p>
            <a:pPr>
              <a:defRPr sz="2400" b="1">
                <a:latin typeface="Arial"/>
              </a:defRPr>
            </a:pPr>
            <a:r>
              <a:t>Slide 1: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the "Insert" Tab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Welcome to Using Pictures in PowerPoint</a:t>
            </a:r>
          </a:p>
          <a:p>
            <a:pPr>
              <a:defRPr sz="1800" b="1">
                <a:latin typeface="Arial"/>
              </a:defRPr>
            </a:pPr>
            <a:r>
              <a:t>- Why use pictures?</a:t>
            </a:r>
          </a:p>
          <a:p>
            <a:pPr>
              <a:defRPr sz="1800" b="1">
                <a:latin typeface="Arial"/>
              </a:defRPr>
            </a:pPr>
            <a:r>
              <a:t>- Pictures make slides more interesting (like adding a photo to a poster).</a:t>
            </a:r>
          </a:p>
          <a:p>
            <a:pPr>
              <a:defRPr sz="1800" b="1">
                <a:latin typeface="Arial"/>
              </a:defRPr>
            </a:pPr>
            <a:r>
              <a:t>- They help explain ideas faster than words alone.</a:t>
            </a:r>
          </a:p>
          <a:p>
            <a:pPr>
              <a:defRPr sz="1800" b="1">
                <a:latin typeface="Arial"/>
              </a:defRPr>
            </a:pPr>
            <a:r>
              <a:t>- Example: Instead of writing "sunset," show a sunset picture!</a:t>
            </a:r>
          </a:p>
          <a:p>
            <a:pPr>
              <a:defRPr sz="1800" b="1">
                <a:latin typeface="Arial"/>
              </a:defRPr>
            </a:pPr>
            <a:r>
              <a:t>- Where to start?</a:t>
            </a:r>
          </a:p>
          <a:p>
            <a:pPr>
              <a:defRPr sz="1800" b="1">
                <a:latin typeface="Arial"/>
              </a:defRPr>
            </a:pPr>
            <a:r>
              <a:t>- Open PowerPoint → You’ll see a blank slide (like a clean canvas).</a:t>
            </a:r>
          </a:p>
          <a:p>
            <a:pPr>
              <a:defRPr sz="1800" b="1">
                <a:latin typeface="Arial"/>
              </a:defRPr>
            </a:pPr>
            <a:r>
              <a:t>- Look for the "Insert" tab at the top (it’s like the "Add" button on a toolbox).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Slide 2: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Inserting a Picture from Your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Finding the "Insert" Tab</a:t>
            </a:r>
          </a:p>
          <a:p>
            <a:pPr>
              <a:defRPr sz="1800" b="1">
                <a:latin typeface="Arial"/>
              </a:defRPr>
            </a:pPr>
            <a:r>
              <a:t>- Where is it?</a:t>
            </a:r>
          </a:p>
          <a:p>
            <a:pPr>
              <a:defRPr sz="1800" b="1">
                <a:latin typeface="Arial"/>
              </a:defRPr>
            </a:pPr>
            <a:r>
              <a:t>- At the top of PowerPoint, you’ll see tabs like Home, Insert, Design, etc.</a:t>
            </a:r>
          </a:p>
          <a:p>
            <a:pPr>
              <a:defRPr sz="1800" b="1">
                <a:latin typeface="Arial"/>
              </a:defRPr>
            </a:pPr>
            <a:r>
              <a:t>- Click "Insert" to add pictures, shapes, or videos.</a:t>
            </a:r>
          </a:p>
          <a:p>
            <a:pPr>
              <a:defRPr sz="1800" b="1">
                <a:latin typeface="Arial"/>
              </a:defRPr>
            </a:pPr>
            <a:r>
              <a:t>- What’s inside the "Insert" tab?</a:t>
            </a:r>
          </a:p>
          <a:p>
            <a:pPr>
              <a:defRPr sz="1800" b="1">
                <a:latin typeface="Arial"/>
              </a:defRPr>
            </a:pPr>
            <a:r>
              <a:t>- Pictures: To add images from your computer.</a:t>
            </a:r>
          </a:p>
          <a:p>
            <a:pPr>
              <a:defRPr sz="1800" b="1">
                <a:latin typeface="Arial"/>
              </a:defRPr>
            </a:pPr>
            <a:r>
              <a:t>- Shapes: For arrows, boxes, or stars.</a:t>
            </a:r>
          </a:p>
          <a:p>
            <a:pPr>
              <a:defRPr sz="1800" b="1">
                <a:latin typeface="Arial"/>
              </a:defRPr>
            </a:pPr>
            <a:r>
              <a:t>- Icons: Small symbols (like a 📁 for "folder").</a:t>
            </a:r>
          </a:p>
          <a:p>
            <a:pPr>
              <a:defRPr sz="1800" b="1">
                <a:latin typeface="Arial"/>
              </a:defRPr>
            </a:pPr>
            <a:r>
              <a:t>- Try it!</a:t>
            </a:r>
          </a:p>
          <a:p>
            <a:pPr>
              <a:defRPr sz="1800" b="1">
                <a:latin typeface="Arial"/>
              </a:defRPr>
            </a:pPr>
            <a:r>
              <a:t>- Click "Insert" → Hover over "Pictures" to see options.</a:t>
            </a:r>
          </a:p>
          <a:p>
            <a:pPr>
              <a:defRPr sz="1800" b="1">
                <a:latin typeface="Arial"/>
              </a:defRPr>
            </a:pPr>
            <a:r>
              <a:t>- Analogy: Think of "Insert" as a magic door to add cool stuff!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Slide 3: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Resizing Pictures (Dragging Corners)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Inserting a Picture from Your Computer</a:t>
            </a:r>
          </a:p>
          <a:p>
            <a:pPr>
              <a:defRPr sz="1800" b="1">
                <a:latin typeface="Arial"/>
              </a:defRPr>
            </a:pPr>
            <a:r>
              <a:t>- Step 1: Click "Insert" → "Pictures"</a:t>
            </a:r>
          </a:p>
          <a:p>
            <a:pPr>
              <a:defRPr sz="1800" b="1">
                <a:latin typeface="Arial"/>
              </a:defRPr>
            </a:pPr>
            <a:r>
              <a:t>- A window will pop up (like opening a photo album).</a:t>
            </a:r>
          </a:p>
          <a:p>
            <a:pPr>
              <a:defRPr sz="1800" b="1">
                <a:latin typeface="Arial"/>
              </a:defRPr>
            </a:pPr>
            <a:r>
              <a:t>- Step 2: Find your picture</a:t>
            </a:r>
          </a:p>
          <a:p>
            <a:pPr>
              <a:defRPr sz="1800" b="1">
                <a:latin typeface="Arial"/>
              </a:defRPr>
            </a:pPr>
            <a:r>
              <a:t>- Navigate to where you saved it (e.g., "Downloads" or "Pictures").</a:t>
            </a:r>
          </a:p>
          <a:p>
            <a:pPr>
              <a:defRPr sz="1800" b="1">
                <a:latin typeface="Arial"/>
              </a:defRPr>
            </a:pPr>
            <a:r>
              <a:t>- Tip: Use the search bar if you’re unsure!</a:t>
            </a:r>
          </a:p>
          <a:p>
            <a:pPr>
              <a:defRPr sz="1800" b="1">
                <a:latin typeface="Arial"/>
              </a:defRPr>
            </a:pPr>
            <a:r>
              <a:t>- Step 3: Click "Insert"</a:t>
            </a:r>
          </a:p>
          <a:p>
            <a:pPr>
              <a:defRPr sz="1800" b="1">
                <a:latin typeface="Arial"/>
              </a:defRPr>
            </a:pPr>
            <a:r>
              <a:t>- The picture will appear on your slide (like placing a sticker).</a:t>
            </a:r>
          </a:p>
          <a:p>
            <a:pPr>
              <a:defRPr sz="1800" b="1">
                <a:latin typeface="Arial"/>
              </a:defRPr>
            </a:pPr>
            <a:r>
              <a:t>- Example:</a:t>
            </a:r>
          </a:p>
          <a:p>
            <a:pPr>
              <a:defRPr sz="1800" b="1">
                <a:latin typeface="Arial"/>
              </a:defRPr>
            </a:pPr>
            <a:r>
              <a:t>- Want to show a cat? Click "Insert" → "Pictures" → Find a cat photo → Insert!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Slide 4: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Recap &amp;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Resizing Pictures (Dragging Corners)</a:t>
            </a:r>
          </a:p>
          <a:p>
            <a:pPr>
              <a:defRPr sz="1400" b="1">
                <a:latin typeface="Arial"/>
              </a:defRPr>
            </a:pPr>
            <a:r>
              <a:t>- Why resize?</a:t>
            </a:r>
          </a:p>
          <a:p>
            <a:pPr>
              <a:defRPr sz="1400" b="1">
                <a:latin typeface="Arial"/>
              </a:defRPr>
            </a:pPr>
            <a:r>
              <a:t>- Big pictures take up too much space (like a giant poster blocking your view).</a:t>
            </a:r>
          </a:p>
          <a:p>
            <a:pPr>
              <a:defRPr sz="1400" b="1">
                <a:latin typeface="Arial"/>
              </a:defRPr>
            </a:pPr>
            <a:r>
              <a:t>- Small pictures might be hard to see.</a:t>
            </a:r>
          </a:p>
          <a:p>
            <a:pPr>
              <a:defRPr sz="1400" b="1">
                <a:latin typeface="Arial"/>
              </a:defRPr>
            </a:pPr>
            <a:r>
              <a:t>- How to resize:</a:t>
            </a:r>
          </a:p>
          <a:p>
            <a:pPr>
              <a:defRPr sz="1400" b="1">
                <a:latin typeface="Arial"/>
              </a:defRPr>
            </a:pPr>
            <a:r>
              <a:t>1. Click the picture → 4 corner handles (small squares) will appear.</a:t>
            </a:r>
          </a:p>
          <a:p>
            <a:pPr>
              <a:defRPr sz="1400" b="1">
                <a:latin typeface="Arial"/>
              </a:defRPr>
            </a:pPr>
            <a:r>
              <a:t>2. Drag any corner inward to shrink or outward to grow.</a:t>
            </a:r>
          </a:p>
          <a:p>
            <a:pPr>
              <a:defRPr sz="1400" b="1">
                <a:latin typeface="Arial"/>
              </a:defRPr>
            </a:pPr>
            <a:r>
              <a:t>3. Tip: Hold Shift while dragging to keep the picture square (like a perfect square photo).</a:t>
            </a:r>
          </a:p>
          <a:p>
            <a:pPr>
              <a:defRPr sz="1400" b="1">
                <a:latin typeface="Arial"/>
              </a:defRPr>
            </a:pPr>
            <a:r>
              <a:t>- Try it!</a:t>
            </a:r>
          </a:p>
          <a:p>
            <a:pPr>
              <a:defRPr sz="1400" b="1">
                <a:latin typeface="Arial"/>
              </a:defRPr>
            </a:pPr>
            <a:r>
              <a:t>- Insert a picture → Drag a corner to make it tiny or huge.</a:t>
            </a:r>
          </a:p>
          <a:p>
            <a:pPr>
              <a:defRPr sz="1400" b="1">
                <a:latin typeface="Arial"/>
              </a:defRPr>
            </a:pPr>
            <a:r>
              <a:t>- Analogy: Resizing is like stretching or shrinking a rubber band!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  <a:p>
            <a:pPr>
              <a:defRPr sz="1400" b="1">
                <a:latin typeface="Arial"/>
              </a:defRPr>
            </a:pPr>
            <a:r>
              <a:t>Slide 5: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Rockwell</vt:lpstr>
      <vt:lpstr>Gallery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