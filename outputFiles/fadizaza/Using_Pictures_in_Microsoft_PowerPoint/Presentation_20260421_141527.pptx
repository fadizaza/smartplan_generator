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9"/>
    <p:sldId id="257" r:id="rId10"/>
    <p:sldId id="258" r:id="rId12"/>
    <p:sldId id="259" r:id="rId13"/>
    <p:sldId id="260" r:id="rId14"/>
    <p:sldId id="261" r:id="rId15"/>
  </p:sld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81AAA8-04EC-445F-ACFA-AA057D7A0A92}" v="6" dt="2025-05-20T09:40:47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2" Type="http://schemas.openxmlformats.org/officeDocument/2006/relationships/tags" Target="tags/tag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4481AAA8-04EC-445F-ACFA-AA057D7A0A92}"/>
    <pc:docChg chg="addSld delSld modSld">
      <pc:chgData name="Fadi Yaqoub Saeed Alzaza" userId="63ac727b-d974-45f0-978f-fb4fb15258d9" providerId="ADAL" clId="{4481AAA8-04EC-445F-ACFA-AA057D7A0A92}" dt="2025-05-20T09:41:03.500" v="9" actId="47"/>
      <pc:docMkLst>
        <pc:docMk/>
      </pc:docMkLst>
      <pc:sldChg chg="new del">
        <pc:chgData name="Fadi Yaqoub Saeed Alzaza" userId="63ac727b-d974-45f0-978f-fb4fb15258d9" providerId="ADAL" clId="{4481AAA8-04EC-445F-ACFA-AA057D7A0A92}" dt="2025-05-20T09:41:03.500" v="9" actId="47"/>
        <pc:sldMkLst>
          <pc:docMk/>
          <pc:sldMk cId="1612610482" sldId="256"/>
        </pc:sldMkLst>
      </pc:sldChg>
      <pc:sldChg chg="modSp new del">
        <pc:chgData name="Fadi Yaqoub Saeed Alzaza" userId="63ac727b-d974-45f0-978f-fb4fb15258d9" providerId="ADAL" clId="{4481AAA8-04EC-445F-ACFA-AA057D7A0A92}" dt="2025-05-20T09:41:01.320" v="7" actId="47"/>
        <pc:sldMkLst>
          <pc:docMk/>
          <pc:sldMk cId="2507701182" sldId="256"/>
        </pc:sldMkLst>
        <pc:spChg chg="mod">
          <ac:chgData name="Fadi Yaqoub Saeed Alzaza" userId="63ac727b-d974-45f0-978f-fb4fb15258d9" providerId="ADAL" clId="{4481AAA8-04EC-445F-ACFA-AA057D7A0A92}" dt="2025-05-20T09:40:33.635" v="6"/>
          <ac:spMkLst>
            <pc:docMk/>
            <pc:sldMk cId="2507701182" sldId="256"/>
            <ac:spMk id="2" creationId="{DFF49B39-DF0B-E845-59E0-4230B1B179A8}"/>
          </ac:spMkLst>
        </pc:spChg>
        <pc:spChg chg="mod">
          <ac:chgData name="Fadi Yaqoub Saeed Alzaza" userId="63ac727b-d974-45f0-978f-fb4fb15258d9" providerId="ADAL" clId="{4481AAA8-04EC-445F-ACFA-AA057D7A0A92}" dt="2025-05-20T09:40:33.635" v="6"/>
          <ac:spMkLst>
            <pc:docMk/>
            <pc:sldMk cId="2507701182" sldId="256"/>
            <ac:spMk id="3" creationId="{FB797F66-6D25-F0B5-837E-82D72D2514DF}"/>
          </ac:spMkLst>
        </pc:spChg>
      </pc:sldChg>
      <pc:sldChg chg="modSp del">
        <pc:chgData name="Fadi Yaqoub Saeed Alzaza" userId="63ac727b-d974-45f0-978f-fb4fb15258d9" providerId="ADAL" clId="{4481AAA8-04EC-445F-ACFA-AA057D7A0A92}" dt="2025-05-20T08:43:16.457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4481AAA8-04EC-445F-ACFA-AA057D7A0A92}" dt="2025-05-20T08:10:16.196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4481AAA8-04EC-445F-ACFA-AA057D7A0A92}" dt="2025-05-20T08:10:16.196" v="0"/>
          <ac:spMkLst>
            <pc:docMk/>
            <pc:sldMk cId="2619132251" sldId="256"/>
            <ac:spMk id="3" creationId="{3E5D9B8F-1185-8938-123B-50E93DF9530E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5246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1735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10624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6298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77361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63999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9470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4420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4959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5419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182415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9446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Using Pictures in Microsoft PowerPoint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Created: April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Inserting Pictures in PowerPoint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- Why use pictures?</a:t>
            </a:r>
          </a:p>
          <a:p>
            <a:pPr>
              <a:defRPr sz="1800" b="1">
                <a:latin typeface="Arial"/>
              </a:defRPr>
            </a:pPr>
            <a:r>
              <a:t>- Makes slides more interesting (like adding a photo to a storybook!).</a:t>
            </a:r>
          </a:p>
          <a:p>
            <a:pPr>
              <a:defRPr sz="1800" b="1">
                <a:latin typeface="Arial"/>
              </a:defRPr>
            </a:pPr>
            <a:r>
              <a:t>- Helps explain ideas faster than words alone.</a:t>
            </a:r>
          </a:p>
          <a:p>
            <a:pPr>
              <a:defRPr sz="1800" b="1">
                <a:latin typeface="Arial"/>
              </a:defRPr>
            </a:pPr>
            <a:r>
              <a:t>- Where to find the "Insert" tab?</a:t>
            </a:r>
          </a:p>
          <a:p>
            <a:pPr>
              <a:defRPr sz="1800" b="1">
                <a:latin typeface="Arial"/>
              </a:defRPr>
            </a:pPr>
            <a:r>
              <a:t>- Look at the top of PowerPoint—it’s the first tab (like the start of a race!).</a:t>
            </a:r>
          </a:p>
          <a:p>
            <a:pPr>
              <a:defRPr sz="1800" b="1">
                <a:latin typeface="Arial"/>
              </a:defRPr>
            </a:pPr>
            <a:r>
              <a:t>- Click it to find the "Pictures" button (📷).</a:t>
            </a:r>
          </a:p>
          <a:p>
            <a:pPr>
              <a:defRPr sz="1800" b="1"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&amp; Inserting a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- How to insert a picture from your computer:</a:t>
            </a:r>
          </a:p>
          <a:p>
            <a:pPr>
              <a:defRPr sz="1800" b="1">
                <a:latin typeface="Arial"/>
              </a:defRPr>
            </a:pPr>
            <a:r>
              <a:t>1. Click "Insert" → "Pictures" (📷).</a:t>
            </a:r>
          </a:p>
          <a:p>
            <a:pPr>
              <a:defRPr sz="1800" b="1">
                <a:latin typeface="Arial"/>
              </a:defRPr>
            </a:pPr>
            <a:r>
              <a:t>2. A window opens—browse to where your picture is saved (like finding a toy in a box).</a:t>
            </a:r>
          </a:p>
          <a:p>
            <a:pPr>
              <a:defRPr sz="1800" b="1">
                <a:latin typeface="Arial"/>
              </a:defRPr>
            </a:pPr>
            <a:r>
              <a:t>3. Double-click the picture to insert it!</a:t>
            </a:r>
          </a:p>
          <a:p>
            <a:pPr>
              <a:defRPr sz="1800" b="1">
                <a:latin typeface="Arial"/>
              </a:defRPr>
            </a:pPr>
            <a:r>
              <a:t>- Tip: Save pictures in a folder (e.g., "My PowerPoint Pics") to find them easily.</a:t>
            </a:r>
          </a:p>
          <a:p>
            <a:pPr>
              <a:defRPr sz="1800" b="1"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Resizing a Picture (Drag &amp; Drop)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- Why resize?</a:t>
            </a:r>
          </a:p>
          <a:p>
            <a:pPr>
              <a:defRPr sz="1800" b="1">
                <a:latin typeface="Arial"/>
              </a:defRPr>
            </a:pPr>
            <a:r>
              <a:t>- Too big? Too small? Adjust it to fit your slide (like trimming a photo to fit a frame!).</a:t>
            </a:r>
          </a:p>
          <a:p>
            <a:pPr>
              <a:defRPr sz="1800" b="1">
                <a:latin typeface="Arial"/>
              </a:defRPr>
            </a:pPr>
            <a:r>
              <a:t>- How to resize:</a:t>
            </a:r>
          </a:p>
          <a:p>
            <a:pPr>
              <a:defRPr sz="1800" b="1">
                <a:latin typeface="Arial"/>
              </a:defRPr>
            </a:pPr>
            <a:r>
              <a:t>1. Click the picture to select it (small squares appear at corners).</a:t>
            </a:r>
          </a:p>
          <a:p>
            <a:pPr>
              <a:defRPr sz="1800" b="1">
                <a:latin typeface="Arial"/>
              </a:defRPr>
            </a:pPr>
            <a:r>
              <a:t>2. Drag any corner inward (to shrink) or outward (to grow).</a:t>
            </a:r>
          </a:p>
          <a:p>
            <a:pPr>
              <a:defRPr sz="1800" b="1">
                <a:latin typeface="Arial"/>
              </a:defRPr>
            </a:pPr>
            <a:r>
              <a:t>- Pro Tip: Hold Shift while dragging to keep the picture square (like a perfect square cookie!).</a:t>
            </a:r>
          </a:p>
          <a:p>
            <a:pPr>
              <a:defRPr sz="1800" b="1"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Placement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- Where to place?</a:t>
            </a:r>
          </a:p>
          <a:p>
            <a:pPr>
              <a:defRPr sz="1800" b="1">
                <a:latin typeface="Arial"/>
              </a:defRPr>
            </a:pPr>
            <a:r>
              <a:t>- Center it (like a poster on a wall) or align it with text for clarity.</a:t>
            </a:r>
          </a:p>
          <a:p>
            <a:pPr>
              <a:defRPr sz="1800" b="1">
                <a:latin typeface="Arial"/>
              </a:defRPr>
            </a:pPr>
            <a:r>
              <a:t>- Quick fixes:</a:t>
            </a:r>
          </a:p>
          <a:p>
            <a:pPr>
              <a:defRPr sz="1800" b="1">
                <a:latin typeface="Arial"/>
              </a:defRPr>
            </a:pPr>
            <a:r>
              <a:t>- Rotate: Click the picture → drag the circular arrow (↻) to turn it.</a:t>
            </a:r>
          </a:p>
          <a:p>
            <a:pPr>
              <a:defRPr sz="1800" b="1">
                <a:latin typeface="Arial"/>
              </a:defRPr>
            </a:pPr>
            <a:r>
              <a:t>- Move: Click and drag the picture like a puzzle piece.</a:t>
            </a:r>
          </a:p>
          <a:p>
            <a:pPr>
              <a:defRPr sz="1800" b="1"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Time! (Try It Yourself!)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- Your turn!</a:t>
            </a:r>
          </a:p>
          <a:p>
            <a:pPr>
              <a:defRPr sz="1800" b="1">
                <a:latin typeface="Arial"/>
              </a:defRPr>
            </a:pPr>
            <a:r>
              <a:t>1. Open PowerPoint → Click "Insert" → Find a picture on your computer.</a:t>
            </a:r>
          </a:p>
          <a:p>
            <a:pPr>
              <a:defRPr sz="1800" b="1">
                <a:latin typeface="Arial"/>
              </a:defRPr>
            </a:pPr>
            <a:r>
              <a:t>2. Insert it → Resize it to fit your slide (drag corners!).</a:t>
            </a:r>
          </a:p>
          <a:p>
            <a:pPr>
              <a:defRPr sz="1800" b="1">
                <a:latin typeface="Arial"/>
              </a:defRPr>
            </a:pPr>
            <a:r>
              <a:t>3. Bonus: Try rotating it or moving it to the side!</a:t>
            </a:r>
          </a:p>
          <a:p>
            <a:pPr>
              <a:defRPr sz="1800" b="1">
                <a:latin typeface="Arial"/>
              </a:defRPr>
            </a:pPr>
            <a:r>
              <a:t>- Remember: Mistakes are okay—PowerPoint lets you undo (Ctrl+Z) anytime! 🎯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Galler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Rockwell</vt:lpstr>
      <vt:lpstr>Gallery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2</cp:revision>
  <dcterms:created xsi:type="dcterms:W3CDTF">2025-05-20T08:08:47Z</dcterms:created>
  <dcterms:modified xsi:type="dcterms:W3CDTF">2025-05-20T09:41:04Z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