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Pictures in PowerPoint: Step-by-Step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- Why use pictures?</a:t>
            </a:r>
          </a:p>
          <a:p>
            <a:pPr>
              <a:defRPr sz="1200" b="1">
                <a:latin typeface="Arial"/>
              </a:defRPr>
            </a:pPr>
            <a:r>
              <a:t>- Pictures make your slides more interesting and easier to understand.</a:t>
            </a:r>
          </a:p>
          <a:p>
            <a:pPr>
              <a:defRPr sz="1200" b="1">
                <a:latin typeface="Arial"/>
              </a:defRPr>
            </a:pPr>
            <a:r>
              <a:t>- Think of it like adding a photo to a poster—it grabs attention!</a:t>
            </a:r>
          </a:p>
          <a:p>
            <a:pPr>
              <a:defRPr sz="1200" b="1">
                <a:latin typeface="Arial"/>
              </a:defRPr>
            </a:pPr>
            <a:r>
              <a:t>- Example: Instead of writing "This is a dog," show a picture of a dog.</a:t>
            </a:r>
          </a:p>
          <a:p>
            <a:pPr>
              <a:defRPr sz="1200" b="1">
                <a:latin typeface="Arial"/>
              </a:defRPr>
            </a:pPr>
            <a:r>
              <a:t>- Where to find the "Insert" tab?</a:t>
            </a:r>
          </a:p>
          <a:p>
            <a:pPr>
              <a:defRPr sz="1200" b="1">
                <a:latin typeface="Arial"/>
              </a:defRPr>
            </a:pPr>
            <a:r>
              <a:t>- At the top of PowerPoint, you’ll see tabs like Home, Insert, Design, etc.</a:t>
            </a:r>
          </a:p>
          <a:p>
            <a:pPr>
              <a:defRPr sz="1200" b="1">
                <a:latin typeface="Arial"/>
              </a:defRPr>
            </a:pPr>
            <a:r>
              <a:t>- Click the "Insert" tab—it’s like opening a menu where you add new things.</a:t>
            </a:r>
          </a:p>
          <a:p>
            <a:pPr>
              <a:defRPr sz="1200" b="1">
                <a:latin typeface="Arial"/>
              </a:defRPr>
            </a:pPr>
            <a:r>
              <a:t>- Tip: Hover your mouse over it to see options like Pictures, Shapes, and Icons.</a:t>
            </a:r>
          </a:p>
          <a:p>
            <a:pPr>
              <a:defRPr sz="1200" b="1">
                <a:latin typeface="Arial"/>
              </a:defRPr>
            </a:pPr>
            <a:r>
              <a:t>- How to insert a picture from your computer?</a:t>
            </a:r>
          </a:p>
          <a:p>
            <a:pPr>
              <a:defRPr sz="1200" b="1">
                <a:latin typeface="Arial"/>
              </a:defRPr>
            </a:pPr>
            <a:r>
              <a:t>1. Click "Pictures" in the Insert tab (looks like a photo frame).</a:t>
            </a:r>
          </a:p>
          <a:p>
            <a:pPr>
              <a:defRPr sz="1200" b="1">
                <a:latin typeface="Arial"/>
              </a:defRPr>
            </a:pPr>
            <a:r>
              <a:t>2. A window will open—browse to where your picture is saved (like a photo album).</a:t>
            </a:r>
          </a:p>
          <a:p>
            <a:pPr>
              <a:defRPr sz="1200" b="1">
                <a:latin typeface="Arial"/>
              </a:defRPr>
            </a:pPr>
            <a:r>
              <a:t>3. Select your picture and click "Insert".</a:t>
            </a:r>
          </a:p>
          <a:p>
            <a:pPr>
              <a:defRPr sz="1200" b="1">
                <a:latin typeface="Arial"/>
              </a:defRPr>
            </a:pPr>
            <a:r>
              <a:t>4. Example: If your picture is on the Desktop, just click it and insert!</a:t>
            </a:r>
          </a:p>
          <a:p>
            <a:pPr>
              <a:defRPr sz="12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Resizing Pictures: Drag and Drop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- Why resize pictures?</a:t>
            </a:r>
          </a:p>
          <a:p>
            <a:pPr>
              <a:defRPr sz="1400" b="1">
                <a:latin typeface="Arial"/>
              </a:defRPr>
            </a:pPr>
            <a:r>
              <a:t>- Too big? It crowds your slide like a giant poster in a tiny room.</a:t>
            </a:r>
          </a:p>
          <a:p>
            <a:pPr>
              <a:defRPr sz="1400" b="1">
                <a:latin typeface="Arial"/>
              </a:defRPr>
            </a:pPr>
            <a:r>
              <a:t>- Too small? It’s hard to see—like reading a tiny text on a billboard!</a:t>
            </a:r>
          </a:p>
          <a:p>
            <a:pPr>
              <a:defRPr sz="1400" b="1">
                <a:latin typeface="Arial"/>
              </a:defRPr>
            </a:pPr>
            <a:r>
              <a:t>- Rule: Keep pictures filling ⅓ to ½ of the slide for best effect.</a:t>
            </a:r>
          </a:p>
          <a:p>
            <a:pPr>
              <a:defRPr sz="1400" b="1">
                <a:latin typeface="Arial"/>
              </a:defRPr>
            </a:pPr>
            <a:r>
              <a:t>- How to resize with your mouse:</a:t>
            </a:r>
          </a:p>
          <a:p>
            <a:pPr>
              <a:defRPr sz="1400" b="1">
                <a:latin typeface="Arial"/>
              </a:defRPr>
            </a:pPr>
            <a:r>
              <a:t>1. Click the picture to select it (a blue border appears).</a:t>
            </a:r>
          </a:p>
          <a:p>
            <a:pPr>
              <a:defRPr sz="1400" b="1">
                <a:latin typeface="Arial"/>
              </a:defRPr>
            </a:pPr>
            <a:r>
              <a:t>2. Look for small squares (handles) at the corners of the picture.</a:t>
            </a:r>
          </a:p>
          <a:p>
            <a:pPr>
              <a:defRPr sz="1400" b="1">
                <a:latin typeface="Arial"/>
              </a:defRPr>
            </a:pPr>
            <a:r>
              <a:t>3. Drag any corner inward to shrink or outward to grow.</a:t>
            </a:r>
          </a:p>
          <a:p>
            <a:pPr>
              <a:defRPr sz="1400" b="1">
                <a:latin typeface="Arial"/>
              </a:defRPr>
            </a:pPr>
            <a:r>
              <a:t>- Tip: Hold Shift while dragging to keep the picture square (like a perfect photo frame).</a:t>
            </a:r>
          </a:p>
          <a:p>
            <a:pPr>
              <a:defRPr sz="1400" b="1">
                <a:latin typeface="Arial"/>
              </a:defRPr>
            </a:pPr>
            <a:r>
              <a:t>- Pro Tip:</a:t>
            </a:r>
          </a:p>
          <a:p>
            <a:pPr>
              <a:defRPr sz="1400" b="1">
                <a:latin typeface="Arial"/>
              </a:defRPr>
            </a:pPr>
            <a:r>
              <a:t>- If the picture is blurry after resizing, try:</a:t>
            </a:r>
          </a:p>
          <a:p>
            <a:pPr>
              <a:defRPr sz="1400" b="1">
                <a:latin typeface="Arial"/>
              </a:defRPr>
            </a:pPr>
            <a:r>
              <a:t>- Right-click → "Resize" → Check "Maintain Aspect Ratio" (keeps it from stretching like taffy!).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"Insert" Tab: Your Picture Toolbox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- What’s inside the "Insert" tab?</a:t>
            </a:r>
          </a:p>
          <a:p>
            <a:pPr>
              <a:defRPr sz="1400" b="1">
                <a:latin typeface="Arial"/>
              </a:defRPr>
            </a:pPr>
            <a:r>
              <a:t>- Pictures: Add photos from your computer or online.</a:t>
            </a:r>
          </a:p>
          <a:p>
            <a:pPr>
              <a:defRPr sz="1400" b="1">
                <a:latin typeface="Arial"/>
              </a:defRPr>
            </a:pPr>
            <a:r>
              <a:t>- Shapes: Draw arrows, boxes, or stars (like coloring with digital crayons).</a:t>
            </a:r>
          </a:p>
          <a:p>
            <a:pPr>
              <a:defRPr sz="1400" b="1">
                <a:latin typeface="Arial"/>
              </a:defRPr>
            </a:pPr>
            <a:r>
              <a:t>- Icons: Use small symbols (like a 🔍 for "search" or ⚡ for "energy").</a:t>
            </a:r>
          </a:p>
          <a:p>
            <a:pPr>
              <a:defRPr sz="1400" b="1">
                <a:latin typeface="Arial"/>
              </a:defRPr>
            </a:pPr>
            <a:r>
              <a:t>- Analogy: It’s like a toolbox—each tool does a different job!</a:t>
            </a:r>
          </a:p>
          <a:p>
            <a:pPr>
              <a:defRPr sz="1400" b="1">
                <a:latin typeface="Arial"/>
              </a:defRPr>
            </a:pPr>
            <a:r>
              <a:t>- Quick Practice:</a:t>
            </a:r>
          </a:p>
          <a:p>
            <a:pPr>
              <a:defRPr sz="1400" b="1">
                <a:latin typeface="Arial"/>
              </a:defRPr>
            </a:pPr>
            <a:r>
              <a:t>1. Open PowerPoint.</a:t>
            </a:r>
          </a:p>
          <a:p>
            <a:pPr>
              <a:defRPr sz="1400" b="1">
                <a:latin typeface="Arial"/>
              </a:defRPr>
            </a:pPr>
            <a:r>
              <a:t>2. Go to the Insert tab.</a:t>
            </a:r>
          </a:p>
          <a:p>
            <a:pPr>
              <a:defRPr sz="1400" b="1">
                <a:latin typeface="Arial"/>
              </a:defRPr>
            </a:pPr>
            <a:r>
              <a:t>3. Try clicking "Pictures"—what happens? (A window opens to find your files!)</a:t>
            </a:r>
          </a:p>
          <a:p>
            <a:pPr>
              <a:defRPr sz="1400" b="1">
                <a:latin typeface="Arial"/>
              </a:defRPr>
            </a:pPr>
            <a:r>
              <a:t>4. Click "Shapes"—can you draw a circle? (Great for diagrams!)</a:t>
            </a:r>
          </a:p>
          <a:p>
            <a:pPr>
              <a:defRPr sz="1400" b="1">
                <a:latin typeface="Arial"/>
              </a:defRPr>
            </a:pPr>
            <a:r>
              <a:t>- Common Mistake to Avoid:</a:t>
            </a:r>
          </a:p>
          <a:p>
            <a:pPr>
              <a:defRPr sz="1400" b="1">
                <a:latin typeface="Arial"/>
              </a:defRPr>
            </a:pPr>
            <a:r>
              <a:t>- Double-clicking a picture instead of dragging—this selects it but doesn’t resize it.</a:t>
            </a:r>
          </a:p>
          <a:p>
            <a:pPr>
              <a:defRPr sz="1400" b="1">
                <a:latin typeface="Arial"/>
              </a:defRPr>
            </a:pPr>
            <a:r>
              <a:t>- Fix: Always click once to select, then drag the corner to resize.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Perfection: Tips for Pro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- Where to place pictures?</a:t>
            </a:r>
          </a:p>
          <a:p>
            <a:pPr>
              <a:defRPr sz="1200" b="1">
                <a:latin typeface="Arial"/>
              </a:defRPr>
            </a:pPr>
            <a:r>
              <a:t>- Not in the middle! Think of a slide like a road:</a:t>
            </a:r>
          </a:p>
          <a:p>
            <a:pPr>
              <a:defRPr sz="1200" b="1">
                <a:latin typeface="Arial"/>
              </a:defRPr>
            </a:pPr>
            <a:r>
              <a:t>- Left side: Text or key points.</a:t>
            </a:r>
          </a:p>
          <a:p>
            <a:pPr>
              <a:defRPr sz="1200" b="1">
                <a:latin typeface="Arial"/>
              </a:defRPr>
            </a:pPr>
            <a:r>
              <a:t>- Right side: Picture (like a signpost guiding the viewer).</a:t>
            </a:r>
          </a:p>
          <a:p>
            <a:pPr>
              <a:defRPr sz="1200" b="1">
                <a:latin typeface="Arial"/>
              </a:defRPr>
            </a:pPr>
            <a:r>
              <a:t>- Example: If your slide is about "Beaches", place a beach photo on the right.</a:t>
            </a:r>
          </a:p>
          <a:p>
            <a:pPr>
              <a:defRPr sz="1200" b="1">
                <a:latin typeface="Arial"/>
              </a:defRPr>
            </a:pPr>
            <a:r>
              <a:t>- Adjusting brightness/contrast:</a:t>
            </a:r>
          </a:p>
          <a:p>
            <a:pPr>
              <a:defRPr sz="1200" b="1">
                <a:latin typeface="Arial"/>
              </a:defRPr>
            </a:pPr>
            <a:r>
              <a:t>1. Right-click the picture → "Format Picture".</a:t>
            </a:r>
          </a:p>
          <a:p>
            <a:pPr>
              <a:defRPr sz="1200" b="1">
                <a:latin typeface="Arial"/>
              </a:defRPr>
            </a:pPr>
            <a:r>
              <a:t>2. Under "Adjust", slide the brightness or contrast bars.</a:t>
            </a:r>
          </a:p>
          <a:p>
            <a:pPr>
              <a:defRPr sz="1200" b="1">
                <a:latin typeface="Arial"/>
              </a:defRPr>
            </a:pPr>
            <a:r>
              <a:t>- Why? A dark picture is hard to see—like reading a shadowy movie!</a:t>
            </a:r>
          </a:p>
          <a:p>
            <a:pPr>
              <a:defRPr sz="1200" b="1">
                <a:latin typeface="Arial"/>
              </a:defRPr>
            </a:pPr>
            <a:r>
              <a:t>- Adding borders or shadows:</a:t>
            </a:r>
          </a:p>
          <a:p>
            <a:pPr>
              <a:defRPr sz="1200" b="1">
                <a:latin typeface="Arial"/>
              </a:defRPr>
            </a:pPr>
            <a:r>
              <a:t>- Right-click → "Format Picture" → "Picture Effects".</a:t>
            </a:r>
          </a:p>
          <a:p>
            <a:pPr>
              <a:defRPr sz="1200" b="1">
                <a:latin typeface="Arial"/>
              </a:defRPr>
            </a:pPr>
            <a:r>
              <a:t>- Try a subtle shadow (like a lamp casting light) or a thin border (like a picture frame).</a:t>
            </a:r>
          </a:p>
          <a:p>
            <a:pPr>
              <a:defRPr sz="1200" b="1">
                <a:latin typeface="Arial"/>
              </a:defRPr>
            </a:pPr>
            <a:r>
              <a:t>- Fun Challenge:</a:t>
            </a:r>
          </a:p>
          <a:p>
            <a:pPr>
              <a:defRPr sz="1200" b="1">
                <a:latin typeface="Arial"/>
              </a:defRPr>
            </a:pPr>
            <a:r>
              <a:t>- Insert a picture, resize it to fit half the slide, and add a light shadow.</a:t>
            </a:r>
          </a:p>
          <a:p>
            <a:pPr>
              <a:defRPr sz="1200" b="1">
                <a:latin typeface="Arial"/>
              </a:defRPr>
            </a:pPr>
            <a:r>
              <a:t>- Bonus: Can you make the picture disappear when you hover over it? (Use "Animation" tab!)</a:t>
            </a:r>
          </a:p>
          <a:p>
            <a:pPr>
              <a:defRPr sz="12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Turn: Practice Makes Perfect!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- Step 1: Insert a Picture</a:t>
            </a:r>
          </a:p>
          <a:p>
            <a:pPr>
              <a:defRPr sz="1400" b="1">
                <a:latin typeface="Arial"/>
              </a:defRPr>
            </a:pPr>
            <a:r>
              <a:t>- Go to Insert tab → "Pictures" → Find a photo on your computer (e.g., a favorite pet or landscape).</a:t>
            </a:r>
          </a:p>
          <a:p>
            <a:pPr>
              <a:defRPr sz="1400" b="1">
                <a:latin typeface="Arial"/>
              </a:defRPr>
            </a:pPr>
            <a:r>
              <a:t>- Insert it onto a blank slide.</a:t>
            </a:r>
          </a:p>
          <a:p>
            <a:pPr>
              <a:defRPr sz="1400" b="1">
                <a:latin typeface="Arial"/>
              </a:defRPr>
            </a:pPr>
            <a:r>
              <a:t>- Step 2: Resize Like a Pro</a:t>
            </a:r>
          </a:p>
          <a:p>
            <a:pPr>
              <a:defRPr sz="1400" b="1">
                <a:latin typeface="Arial"/>
              </a:defRPr>
            </a:pPr>
            <a:r>
              <a:t>- Click the picture → Drag a corner handle to make it smaller (fit in a 3x3 inch box).</a:t>
            </a:r>
          </a:p>
          <a:p>
            <a:pPr>
              <a:defRPr sz="1400" b="1">
                <a:latin typeface="Arial"/>
              </a:defRPr>
            </a:pPr>
            <a:r>
              <a:t>- Now drag it to double its size—watch how it fills more space!</a:t>
            </a:r>
          </a:p>
          <a:p>
            <a:pPr>
              <a:defRPr sz="1400" b="1">
                <a:latin typeface="Arial"/>
              </a:defRPr>
            </a:pPr>
            <a:r>
              <a:t>- Step 3: Add a Border (Optional)</a:t>
            </a:r>
          </a:p>
          <a:p>
            <a:pPr>
              <a:defRPr sz="1400" b="1">
                <a:latin typeface="Arial"/>
              </a:defRPr>
            </a:pPr>
            <a:r>
              <a:t>- Right-click → "Format Picture" → "Picture Border" → Choose a thin line (like a pencil sketch).</a:t>
            </a:r>
          </a:p>
          <a:p>
            <a:pPr>
              <a:defRPr sz="1400" b="1">
                <a:latin typeface="Arial"/>
              </a:defRPr>
            </a:pPr>
            <a:r>
              <a:t>- Reflection Questions:</a:t>
            </a:r>
          </a:p>
          <a:p>
            <a:pPr>
              <a:defRPr sz="1400" b="1">
                <a:latin typeface="Arial"/>
              </a:defRPr>
            </a:pPr>
            <a:r>
              <a:t>1. How did resizing change how your slide looked?</a:t>
            </a:r>
          </a:p>
          <a:p>
            <a:pPr>
              <a:defRPr sz="1400" b="1">
                <a:latin typeface="Arial"/>
              </a:defRPr>
            </a:pPr>
            <a:r>
              <a:t>2. Would your slide be better with a bigger or smaller picture? Why?</a:t>
            </a:r>
          </a:p>
          <a:p>
            <a:pPr>
              <a:defRPr sz="1400" b="1">
                <a:latin typeface="Arial"/>
              </a:defRPr>
            </a:pPr>
            <a:r>
              <a:t>3. Creative Task: Insert a picture of something unexpected (like a banana or a cloud) and explain why you chose it!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(End of Slides)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