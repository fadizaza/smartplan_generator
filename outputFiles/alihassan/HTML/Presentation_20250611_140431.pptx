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9"/>
    <p:sldId id="257" r:id="rId10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FEF7A-953F-4974-9507-5F3B8EF8BBC8}" v="2" dt="2025-05-20T09:36:45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tags" Target="tags/tag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8A4FEF7A-953F-4974-9507-5F3B8EF8BBC8}"/>
    <pc:docChg chg="addSld delSld modSld">
      <pc:chgData name="Fadi Yaqoub Saeed Alzaza" userId="63ac727b-d974-45f0-978f-fb4fb15258d9" providerId="ADAL" clId="{8A4FEF7A-953F-4974-9507-5F3B8EF8BBC8}" dt="2025-05-20T09:36:58.953" v="6" actId="47"/>
      <pc:docMkLst>
        <pc:docMk/>
      </pc:docMkLst>
      <pc:sldChg chg="modSp new del">
        <pc:chgData name="Fadi Yaqoub Saeed Alzaza" userId="63ac727b-d974-45f0-978f-fb4fb15258d9" providerId="ADAL" clId="{8A4FEF7A-953F-4974-9507-5F3B8EF8BBC8}" dt="2025-05-20T09:36:56.166" v="4" actId="47"/>
        <pc:sldMkLst>
          <pc:docMk/>
          <pc:sldMk cId="1898210940" sldId="256"/>
        </pc:sldMkLst>
        <pc:spChg chg="mod">
          <ac:chgData name="Fadi Yaqoub Saeed Alzaza" userId="63ac727b-d974-45f0-978f-fb4fb15258d9" providerId="ADAL" clId="{8A4FEF7A-953F-4974-9507-5F3B8EF8BBC8}" dt="2025-05-20T09:36:45.047" v="3"/>
          <ac:spMkLst>
            <pc:docMk/>
            <pc:sldMk cId="1898210940" sldId="256"/>
            <ac:spMk id="2" creationId="{DCFA3E72-91EE-E786-5CD2-274F9A6EDF19}"/>
          </ac:spMkLst>
        </pc:spChg>
        <pc:spChg chg="mod">
          <ac:chgData name="Fadi Yaqoub Saeed Alzaza" userId="63ac727b-d974-45f0-978f-fb4fb15258d9" providerId="ADAL" clId="{8A4FEF7A-953F-4974-9507-5F3B8EF8BBC8}" dt="2025-05-20T09:36:45.047" v="3"/>
          <ac:spMkLst>
            <pc:docMk/>
            <pc:sldMk cId="1898210940" sldId="256"/>
            <ac:spMk id="3" creationId="{82E389A9-1103-51FD-BD7C-E5EB6C6C7923}"/>
          </ac:spMkLst>
        </pc:spChg>
      </pc:sldChg>
      <pc:sldChg chg="modSp del">
        <pc:chgData name="Fadi Yaqoub Saeed Alzaza" userId="63ac727b-d974-45f0-978f-fb4fb15258d9" providerId="ADAL" clId="{8A4FEF7A-953F-4974-9507-5F3B8EF8BBC8}" dt="2025-05-20T08:44:02.47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8A4FEF7A-953F-4974-9507-5F3B8EF8BBC8}" dt="2025-05-20T08:12:41.768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8A4FEF7A-953F-4974-9507-5F3B8EF8BBC8}" dt="2025-05-20T08:12:41.768" v="0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8A4FEF7A-953F-4974-9507-5F3B8EF8BBC8}" dt="2025-05-20T09:36:58.953" v="6" actId="47"/>
        <pc:sldMkLst>
          <pc:docMk/>
          <pc:sldMk cId="3115586472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61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752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500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42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3101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3221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8704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547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8970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32038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70898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4969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15511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189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69978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68358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204211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4774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June 11,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HTML!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HTML?  (HyperText Markup Language)</a:t>
            </a:r>
          </a:p>
          <a:p>
            <a:r>
              <a:t>Why use HTML? To create web pages!</a:t>
            </a:r>
          </a:p>
          <a:p>
            <a:r>
              <a:t>We'll learn the basics today.</a:t>
            </a:r>
          </a:p>
          <a:p>
            <a:r>
              <a:t>It's easier than you think!</a:t>
            </a:r>
          </a:p>
          <a:p>
            <a:r>
              <a:t>Let's get started!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webpage starts with `&lt;html&gt;`.</a:t>
            </a:r>
          </a:p>
          <a:p>
            <a:r>
              <a:t>`&lt;head&gt;` contains information about the page (title, etc.).</a:t>
            </a:r>
          </a:p>
          <a:p>
            <a:r>
              <a:t>`&lt;body&gt;` contains the content you see.</a:t>
            </a:r>
          </a:p>
          <a:p>
            <a:r>
              <a:t>Always close your tags!  (e.g., `&lt;/html&gt;`, `&lt;/head&gt;`, `&lt;/body&gt;`)</a:t>
            </a:r>
          </a:p>
          <a:p>
            <a:r>
              <a:t>Think of it like a sandwich!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Headings (&lt;h1&gt; to &lt;h6&gt;)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`&lt;h1&gt;` for the main heading.</a:t>
            </a:r>
          </a:p>
          <a:p>
            <a:r>
              <a:t>`&lt;h2&gt;` to `&lt;h6&gt;` for subheadings.</a:t>
            </a:r>
          </a:p>
          <a:p>
            <a:r>
              <a:t>Headings structure your page.</a:t>
            </a:r>
          </a:p>
          <a:p>
            <a:r>
              <a:t>Larger numbers are smaller headings.</a:t>
            </a:r>
          </a:p>
          <a:p>
            <a:r>
              <a:t>Use them to organize your content logically.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Paragraphs (&lt;p&gt;)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`&lt;p&gt;` tags to create paragraphs.</a:t>
            </a:r>
          </a:p>
          <a:p>
            <a:r>
              <a:t>Each `&lt;p&gt;` starts a new paragraph.</a:t>
            </a:r>
          </a:p>
          <a:p>
            <a:r>
              <a:t>Add spaces between your `&lt;p&gt;` tags for readability.</a:t>
            </a:r>
          </a:p>
          <a:p>
            <a:r>
              <a:t>Keep paragraphs concise and focused.</a:t>
            </a:r>
          </a:p>
          <a:p>
            <a:r>
              <a:t>They are block-level elements.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(&lt;img&gt;)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`&lt;img src="image.jpg" alt="Description"&gt;`</a:t>
            </a:r>
          </a:p>
          <a:p>
            <a:r>
              <a:t>`src` specifies the image file location.</a:t>
            </a:r>
          </a:p>
          <a:p>
            <a:r>
              <a:t>`alt` provides alternative text (important for accessibility).</a:t>
            </a:r>
          </a:p>
          <a:p>
            <a:r>
              <a:t>Always use descriptive alt text.</a:t>
            </a:r>
          </a:p>
          <a:p>
            <a:r>
              <a:t>Images are inline elements by default.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Attributes add extra information to tags.</a:t>
            </a:r>
          </a:p>
          <a:p>
            <a:r>
              <a:t>They're written inside the opening tag.</a:t>
            </a:r>
          </a:p>
          <a:p>
            <a:r>
              <a:t>Example: `&lt;p style="color:blue;"&gt;Blue text!&lt;/p&gt;`</a:t>
            </a:r>
          </a:p>
          <a:p>
            <a:r>
              <a:t>We'll explore more attributes later.</a:t>
            </a:r>
          </a:p>
          <a:p>
            <a:r>
              <a:t>Attributes modify the behavior or appearance.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Formatting with Attributes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`&lt;b&gt;` makes text bold.</a:t>
            </a:r>
          </a:p>
          <a:p>
            <a:r>
              <a:t>`&lt;i&gt;` makes text italic.</a:t>
            </a:r>
          </a:p>
          <a:p>
            <a:r>
              <a:t>`&lt;u&gt;` underlines text.</a:t>
            </a:r>
          </a:p>
          <a:p>
            <a:r>
              <a:t>Use these sparingly for emphasis.</a:t>
            </a:r>
          </a:p>
          <a:p>
            <a:r>
              <a:t>There are better ways to format text using CSS (later!).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Formatting with Attributes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`&lt;br&gt;` inserts a line break.</a:t>
            </a:r>
          </a:p>
          <a:p>
            <a:r>
              <a:t>`&lt;hr&gt;` creates a horizontal rule (line).</a:t>
            </a:r>
          </a:p>
          <a:p>
            <a:r>
              <a:t>These tags control the layout of text.</a:t>
            </a:r>
          </a:p>
          <a:p>
            <a:r>
              <a:t>`&lt;strong&gt;`  strong emphasis (often rendered in bold).</a:t>
            </a:r>
          </a:p>
          <a:p>
            <a:r>
              <a:t>`&lt;em&gt;` emphasized text (often rendered in italics).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Block-Level vs. 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Block-level elements take up the full width.  (e.g., `&lt;p&gt;`, `&lt;h1&gt;`, `&lt;div&gt;`)</a:t>
            </a:r>
          </a:p>
          <a:p>
            <a:r>
              <a:t>Inline elements only take up as much width as needed. (e.g., `&lt;span&gt;`, `&lt;img&gt;`, `&lt;b&gt;`)</a:t>
            </a:r>
          </a:p>
          <a:p>
            <a:r>
              <a:t>This affects how elements are displayed on the page.</a:t>
            </a:r>
          </a:p>
          <a:p>
            <a:r>
              <a:t>Understanding this is key to page layout.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for typos in tag names.</a:t>
            </a:r>
          </a:p>
          <a:p>
            <a:r>
              <a:t>Make sure all tags are closed correctly.</a:t>
            </a:r>
          </a:p>
          <a:p>
            <a:r>
              <a:t>Check for missing quotes in attributes.</a:t>
            </a:r>
          </a:p>
          <a:p>
            <a:r>
              <a:t>Use your browser's developer tools to find errors.</a:t>
            </a:r>
          </a:p>
          <a:p>
            <a:r>
              <a:t>Practice, practice, practice!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HTML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Unclosed tags (e.g., `&lt;p&gt;This is a paragraph`)</a:t>
            </a:r>
          </a:p>
          <a:p>
            <a:r>
              <a:t>Mismatched tags (e.g., `&lt;p&gt;…&lt;/div&gt;`)</a:t>
            </a:r>
          </a:p>
          <a:p>
            <a:r>
              <a:t>Incorrect attribute syntax (e.g., src=image.jpg)</a:t>
            </a:r>
          </a:p>
          <a:p>
            <a:r>
              <a:t>Missing quotes around attribute values</a:t>
            </a:r>
          </a:p>
          <a:p>
            <a:r>
              <a:t>Case sensitivity (HTML tags are not case-sensitive, but attributes usually are)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Exercise 1: Simple Webpage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webpage with a title.</a:t>
            </a:r>
          </a:p>
          <a:p>
            <a:r>
              <a:t>Add a main heading and a subheading.</a:t>
            </a:r>
          </a:p>
          <a:p>
            <a:r>
              <a:t>Include a paragraph of text.</a:t>
            </a:r>
          </a:p>
          <a:p>
            <a:r>
              <a:t>Insert an image (find a free image online).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Exercise 2: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Bold and italicize some words in your paragraph.</a:t>
            </a:r>
          </a:p>
          <a:p>
            <a:r>
              <a:t>Add a horizontal rule.</a:t>
            </a:r>
          </a:p>
          <a:p>
            <a:r>
              <a:t>Use line breaks to separate parts of the 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what we've learned.</a:t>
            </a:r>
          </a:p>
          <a:p>
            <a:r>
              <a:t>Remember the basic structure.</a:t>
            </a:r>
          </a:p>
          <a:p>
            <a:r>
              <a:t>Practice building web pages.</a:t>
            </a:r>
          </a:p>
          <a:p>
            <a:r>
              <a:t>Experiment with different tags and attributes.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 more HTML tags online.</a:t>
            </a:r>
          </a:p>
          <a:p>
            <a:r>
              <a:t>Practice creating more complex pages.</a:t>
            </a:r>
          </a:p>
          <a:p>
            <a:r>
              <a:t>Learn about CSS for styling.</a:t>
            </a:r>
          </a:p>
          <a:p>
            <a:r>
              <a:t>Explore online tutorials and documentation.</a:t>
            </a:r>
          </a:p>
          <a:p>
            <a:r>
              <a:t>Keep coding!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Century Gothic</vt:lpstr>
      <vt:lpstr>Wingdings 3</vt:lpstr>
      <vt:lpstr>Slice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8</cp:revision>
  <dcterms:created xsi:type="dcterms:W3CDTF">2025-05-20T08:08:47Z</dcterms:created>
  <dcterms:modified xsi:type="dcterms:W3CDTF">2025-05-20T09:36:59Z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