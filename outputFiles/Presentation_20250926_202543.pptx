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September 26,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```markdown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Python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1: Title Slide</a:t>
            </a:r>
          </a:p>
          <a:p>
            <a:r>
              <a:t>Subtitle: Your First Steps into the World of Coding!</a:t>
            </a:r>
          </a:p>
          <a:p>
            <a:r>
              <a:t>Image: A friendly-looking Python logo (the snake).</a:t>
            </a:r>
          </a:p>
          <a:p>
            <a:r>
              <a:t>Presented by: [Your Name]</a:t>
            </a:r>
          </a:p>
          <a:p>
            <a:r>
              <a:t>Date: [Date]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Exactly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2: What is Python?</a:t>
            </a:r>
          </a:p>
          <a:p>
            <a:r>
              <a:t>Python is a programming language.</a:t>
            </a:r>
          </a:p>
          <a:p>
            <a:r>
              <a:t>Think of it as a way to talk to the computer.</a:t>
            </a:r>
          </a:p>
          <a:p>
            <a:r>
              <a:t>It's like writing instructions for the computer to follow.</a:t>
            </a:r>
          </a:p>
          <a:p>
            <a:r>
              <a:t>Python is known for being easy to read and learn.</a:t>
            </a:r>
          </a:p>
          <a:p>
            <a:r>
              <a:t>It's used by lots of people for different things.</a:t>
            </a:r>
          </a:p>
          <a:p>
            <a:r>
              <a:t>It's free to use!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Should You Learn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3: Why Learn Python?</a:t>
            </a:r>
          </a:p>
          <a:p>
            <a:r>
              <a:t>Easy to Learn: Python's syntax is simple and clear.</a:t>
            </a:r>
          </a:p>
          <a:p>
            <a:r>
              <a:t>Versatile: Used in web development, data science, and more!</a:t>
            </a:r>
          </a:p>
          <a:p>
            <a:r>
              <a:t>High Demand: Python developers are wanted by many companies.</a:t>
            </a:r>
          </a:p>
          <a:p>
            <a:r>
              <a:t>Large Community: Lots of help and resources available.</a:t>
            </a:r>
          </a:p>
          <a:p>
            <a:r>
              <a:t>Fun! Creating programs can be very rewarding.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in the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4: Where is Python Used?</a:t>
            </a:r>
          </a:p>
          <a:p>
            <a:r>
              <a:t>Web Development: Building websites (e.g., Instagram).</a:t>
            </a:r>
          </a:p>
          <a:p>
            <a:r>
              <a:t>Data Science: Analyzing information and making predictions.</a:t>
            </a:r>
          </a:p>
          <a:p>
            <a:r>
              <a:t>Machine Learning: Creating AI (Artificial Intelligence).</a:t>
            </a:r>
          </a:p>
          <a:p>
            <a:r>
              <a:t>Game Development: Making video games (simple ones to start!).</a:t>
            </a:r>
          </a:p>
          <a:p>
            <a:r>
              <a:t>Automation: Automating tasks (like sending emails).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Get Python on Your Computer!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5: Getting Started: Installing Python</a:t>
            </a:r>
          </a:p>
          <a:p>
            <a:r>
              <a:t>Go to the official Python website: python.org</a:t>
            </a:r>
          </a:p>
          <a:p>
            <a:r>
              <a:t>Download the latest version of Python for your computer (Windows, Mac, etc.).</a:t>
            </a:r>
          </a:p>
          <a:p>
            <a:r>
              <a:t>Run the installer and follow the instructions.</a:t>
            </a:r>
          </a:p>
          <a:p>
            <a:r>
              <a:t>Make sure to check the box that says "Add Python to PATH". (Important!)</a:t>
            </a:r>
          </a:p>
          <a:p>
            <a:r>
              <a:t>Test your installation by opening a terminal or command prompt and typing `python --version`.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First Python Program: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6: Your First Program: "Hello, World!"</a:t>
            </a:r>
          </a:p>
          <a:p>
            <a:r>
              <a:t>"Hello, World!"</a:t>
            </a:r>
          </a:p>
          <a:p>
            <a:r>
              <a:t>Open a text editor (like Notepad or VS Code).</a:t>
            </a:r>
          </a:p>
          <a:p>
            <a:r>
              <a:t>Type the following code: `print("Hello, World!")`</a:t>
            </a:r>
          </a:p>
          <a:p>
            <a:r>
              <a:t>Save the file as `hello.py` (make sure it ends in .py).</a:t>
            </a:r>
          </a:p>
          <a:p>
            <a:r>
              <a:t>Open your terminal or command prompt.</a:t>
            </a:r>
          </a:p>
          <a:p>
            <a:r>
              <a:t>Navigate to the folder where you saved `hello.py`.</a:t>
            </a:r>
          </a:p>
          <a:p>
            <a:r>
              <a:t>Type `python hello.py` and press Enter.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Breaking Down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7: Understanding the "Hello, World!" Program</a:t>
            </a:r>
          </a:p>
          <a:p>
            <a:r>
              <a:t>`print()` is a Python function.</a:t>
            </a:r>
          </a:p>
          <a:p>
            <a:r>
              <a:t>Functions tell Python to do something.</a:t>
            </a:r>
          </a:p>
          <a:p>
            <a:r>
              <a:t>In this case, `print()` displays text on the screen.</a:t>
            </a:r>
          </a:p>
          <a:p>
            <a:r>
              <a:t>`"Hello, World!"` is a string of text.</a:t>
            </a:r>
          </a:p>
          <a:p>
            <a:r>
              <a:t>Strings are enclosed in quotation marks.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Python's Building Blocks: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8: Data Types: Integers</a:t>
            </a:r>
          </a:p>
          <a:p>
            <a:r>
              <a:t>Integers are whole numbers (e.g., 1, 2, 3, -10, 0).</a:t>
            </a:r>
          </a:p>
          <a:p>
            <a:r>
              <a:t>You can use integers for calculations.</a:t>
            </a:r>
          </a:p>
          <a:p>
            <a:r>
              <a:t>Example: `age = 20` (This creates a variable named `age` and assigns the integer 20 to it.)</a:t>
            </a:r>
          </a:p>
          <a:p>
            <a:r>
              <a:t>Try adding, subtracting, multiplying, and dividing integers.</a:t>
            </a:r>
          </a:p>
          <a:p>
            <a:r>
              <a:t>`print(2 + 2)` will display `4`.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Python's Building Blocks: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9: Data Types: Strings</a:t>
            </a:r>
          </a:p>
          <a:p>
            <a:r>
              <a:t>Strings are text enclosed in quotation marks (e.g., "Hello", "Python", "123").</a:t>
            </a:r>
          </a:p>
          <a:p>
            <a:r>
              <a:t>You can use single or double quotes.</a:t>
            </a:r>
          </a:p>
          <a:p>
            <a:r>
              <a:t>Example: `name = "Alice"`</a:t>
            </a:r>
          </a:p>
          <a:p>
            <a:r>
              <a:t>You can combine strings using the `+` operator.</a:t>
            </a:r>
          </a:p>
          <a:p>
            <a:r>
              <a:t>`print("Hello, " + name)` will display `Hello, Alice`.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Python's Building Blocks: Booleans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10: Data Types: Booleans</a:t>
            </a:r>
          </a:p>
          <a:p>
            <a:r>
              <a:t>Booleans represent True or False values.</a:t>
            </a:r>
          </a:p>
          <a:p>
            <a:r>
              <a:t>Useful for making decisions in your code.</a:t>
            </a:r>
          </a:p>
          <a:p>
            <a:r>
              <a:t>Example: `is_student = True`</a:t>
            </a:r>
          </a:p>
          <a:p>
            <a:r>
              <a:t>Often used with comparison operators (&gt;, &lt;, ==).</a:t>
            </a:r>
          </a:p>
          <a:p>
            <a:r>
              <a:t>`print(5 &gt; 3)` will display `True`.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Giving Names to Things: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11: Variables: Naming and Using</a:t>
            </a:r>
          </a:p>
          <a:p>
            <a:r>
              <a:t>Variables are like containers for storing data.</a:t>
            </a:r>
          </a:p>
          <a:p>
            <a:r>
              <a:t>Choose descriptive names (e.g., `age`, `name`, `total`).</a:t>
            </a:r>
          </a:p>
          <a:p>
            <a:r>
              <a:t>Variable names can only contain letters, numbers, and underscores (_).</a:t>
            </a:r>
          </a:p>
          <a:p>
            <a:r>
              <a:t>Variable names cannot start with a number.</a:t>
            </a:r>
          </a:p>
          <a:p>
            <a:r>
              <a:t>Example: `my_age = 25`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Let's Do Some Math!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12: Operators: Doing Calculations</a:t>
            </a:r>
          </a:p>
          <a:p>
            <a:r>
              <a:t>`+` Addition (e.g., `5 + 3 = 8`)</a:t>
            </a:r>
          </a:p>
          <a:p>
            <a:r>
              <a:t>`-` Subtraction (e.g., `10 - 4 = 6`)</a:t>
            </a:r>
          </a:p>
          <a:p>
            <a:r>
              <a:t>`` Multiplication (e.g., `2  6 = 12`)</a:t>
            </a:r>
          </a:p>
          <a:p>
            <a:r>
              <a:t>`/` Division (e.g., `10 / 2 = 5.0`)</a:t>
            </a:r>
          </a:p>
          <a:p>
            <a:r>
              <a:t>`` Exponentiation (e.g., `2  3 = 8`)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Spotting the Mistakes: Syntax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13: Common Syntax Errors</a:t>
            </a:r>
          </a:p>
          <a:p>
            <a:r>
              <a:t>Missing quotation marks: `print("Hello)` (Error: missing closing quote)</a:t>
            </a:r>
          </a:p>
          <a:p>
            <a:r>
              <a:t>Misspelled keywords: `prnt("Hello")` (Error: `print` is misspelled)</a:t>
            </a:r>
          </a:p>
          <a:p>
            <a:r>
              <a:t>Incorrect indentation: Python uses indentation to structure code. (Very important!)</a:t>
            </a:r>
          </a:p>
          <a:p>
            <a:r>
              <a:t>Missing parentheses: `print "Hello"` (Error: missing parentheses around the string)</a:t>
            </a:r>
          </a:p>
          <a:p>
            <a:r>
              <a:t>Read the error message carefully - it often tells you what's wrong.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Becoming a Detective: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14: Debugging: Finding and Fixing Errors</a:t>
            </a:r>
          </a:p>
          <a:p>
            <a:r>
              <a:t>Read the error messages carefully.</a:t>
            </a:r>
          </a:p>
          <a:p>
            <a:r>
              <a:t>Check your code for typos.</a:t>
            </a:r>
          </a:p>
          <a:p>
            <a:r>
              <a:t>Use print statements to see the values of variables.</a:t>
            </a:r>
          </a:p>
          <a:p>
            <a:r>
              <a:t>Break down your code into smaller parts.</a:t>
            </a:r>
          </a:p>
          <a:p>
            <a:r>
              <a:t>Don't be afraid to ask for help!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