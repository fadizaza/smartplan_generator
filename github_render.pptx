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photoAlbum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282" y="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3D90A-4818-B284-85DB-5F759193B3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3875E8-8AD5-097E-BBA6-630C3119D8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D2236-F889-A929-B936-28EDC4ADD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3D873-9674-4972-AA86-D1744EEB5147}" type="datetimeFigureOut">
              <a:rPr lang="en-AE" smtClean="0"/>
              <a:t>21/10/2025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71B9C-2B31-5FD3-2798-FAEA175EE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339FD-016A-A947-3B77-42F793234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D7F70-9808-4288-AD3E-5A7A4CA5AFC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3932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FEF80-0004-539B-5493-87966437A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E8347-F302-F097-7B99-A41B30DA6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5B7E9-7C85-6F37-3DEA-3549C4EAC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3D873-9674-4972-AA86-D1744EEB5147}" type="datetimeFigureOut">
              <a:rPr lang="en-AE" smtClean="0"/>
              <a:t>21/10/2025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57608-8523-77A0-4D34-C27BD090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3F2DA-4F4F-60E7-C784-BEA7A79AB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D7F70-9808-4288-AD3E-5A7A4CA5AFC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91653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1CA58-32E0-45EB-5F7B-1CD468930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3D4A5C-FF8D-87B9-8FEF-2200C8478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B6FAB-B8FB-44F6-8285-E4720D48E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3D873-9674-4972-AA86-D1744EEB5147}" type="datetimeFigureOut">
              <a:rPr lang="en-AE" smtClean="0"/>
              <a:t>21/10/2025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869E2-5563-C547-31B3-BF7F3EC13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B037C-2B52-2BD6-B74B-819ECABD7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D7F70-9808-4288-AD3E-5A7A4CA5AFC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85570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3D277-8D79-A217-1DB7-53517FF75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8B2A3-9EDD-8832-684C-5F83FAF592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E44D9F-09E5-3038-B60D-5B6E6A956C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7C477F-805E-68B2-F52D-C75ABC31D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3D873-9674-4972-AA86-D1744EEB5147}" type="datetimeFigureOut">
              <a:rPr lang="en-AE" smtClean="0"/>
              <a:t>21/10/2025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31A9E3-D921-CF68-D13F-6C1CACCF8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9B4226-6E18-171F-3EA5-6283C3746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D7F70-9808-4288-AD3E-5A7A4CA5AFC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12703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9A734-E120-7A42-C5A3-CA87571A2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14565-0EF0-51B9-4360-2271D53C81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E338BE-26F1-DD7E-BB76-E542CB122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93B880-F537-C315-F2E8-ACFC1195DC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0BAA07-3317-0ECD-5018-CA003EBFA8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D73E5E-ADF5-B957-F549-22DF157B8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3D873-9674-4972-AA86-D1744EEB5147}" type="datetimeFigureOut">
              <a:rPr lang="en-AE" smtClean="0"/>
              <a:t>21/10/2025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6F7EC4-95A6-F9F5-12A5-DDA1F184A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0F887F-EDDA-340C-A0BC-6FDDD24C0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D7F70-9808-4288-AD3E-5A7A4CA5AFC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16911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62627-CBED-CCB0-697B-23E7B4D77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1F6FE2-2182-98D2-248B-2843E3A51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3D873-9674-4972-AA86-D1744EEB5147}" type="datetimeFigureOut">
              <a:rPr lang="en-AE" smtClean="0"/>
              <a:t>21/10/2025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2D8A42-2CC6-4E56-28B9-A59816F0A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B0C09B-F2EB-E906-A77C-03C1A6B50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D7F70-9808-4288-AD3E-5A7A4CA5AFC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55038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05371E-AF56-2B5E-5AE0-211FE2CA8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3D873-9674-4972-AA86-D1744EEB5147}" type="datetimeFigureOut">
              <a:rPr lang="en-AE" smtClean="0"/>
              <a:t>21/10/2025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B83ADB-5D83-5732-715E-78A32F8DD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679F3C-B190-9BA0-21A9-582F79F56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D7F70-9808-4288-AD3E-5A7A4CA5AFC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565055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5D9A4-D013-8D9A-C4AD-FE946E76A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994A7-1211-3AD4-1693-6C6F492A5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C8A3DD-9F96-625B-0DAA-1B3DE24201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E8A13D-BD6A-30FB-F863-8A2568893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3D873-9674-4972-AA86-D1744EEB5147}" type="datetimeFigureOut">
              <a:rPr lang="en-AE" smtClean="0"/>
              <a:t>21/10/2025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5444FE-67FD-FD75-830D-920E2389C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DF2574-8910-A2AE-D681-68420405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D7F70-9808-4288-AD3E-5A7A4CA5AFC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588763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608CA-8EA6-BEBF-6975-15AEB0411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E558A6-816B-3376-6EB2-913666590B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F141A4-C70F-8D0A-A8CF-723426FD2E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AFD4DC-EA4D-B0A5-D76D-6AD86CE55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3D873-9674-4972-AA86-D1744EEB5147}" type="datetimeFigureOut">
              <a:rPr lang="en-AE" smtClean="0"/>
              <a:t>21/10/2025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DB1B2-EB0F-2E98-8931-D07FB9028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7553BA-49B6-44FA-B241-79FB3BCA4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D7F70-9808-4288-AD3E-5A7A4CA5AFC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025066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F1028-3239-554E-9B04-57E046211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B5E459-B3C9-1373-5A8B-345011F9A1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47F9A-3EB7-11A8-67AB-154623228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3D873-9674-4972-AA86-D1744EEB5147}" type="datetimeFigureOut">
              <a:rPr lang="en-AE" smtClean="0"/>
              <a:t>21/10/2025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A0A52-3058-EE1B-2180-0271981DC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0FD14-A128-4B37-82BF-4924EB24D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D7F70-9808-4288-AD3E-5A7A4CA5AFC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94973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DEEC2E-7EB8-B846-BD51-AF8BED56F9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3A5692-2695-C484-E523-0B51B15808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6A5F6-5823-DA85-39F4-B9744C4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3D873-9674-4972-AA86-D1744EEB5147}" type="datetimeFigureOut">
              <a:rPr lang="en-AE" smtClean="0"/>
              <a:t>21/10/2025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9F152-21BD-B240-7C16-75F8F18DC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2395A-9484-4B6D-89E6-CD51A07B6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D7F70-9808-4288-AD3E-5A7A4CA5AFC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55550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26FDF-3F92-AAAF-87A7-2221D1542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0DAF02-51A1-A057-CD8E-236F4D278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901DB-6A5D-6A22-FA77-7514F67AAA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53D873-9674-4972-AA86-D1744EEB5147}" type="datetimeFigureOut">
              <a:rPr lang="en-AE" smtClean="0"/>
              <a:t>21/10/2025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344DB-4026-B671-876D-71DF03189D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B77D6-2F65-3353-ADA5-7DD3002758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0D7F70-9808-4288-AD3E-5A7A4CA5AFC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140761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387">
            <a:extLst>
              <a:ext uri="{FF2B5EF4-FFF2-40B4-BE49-F238E27FC236}">
                <a16:creationId xmlns:a16="http://schemas.microsoft.com/office/drawing/2014/main" id="{F8DFE8D2-30F7-FE58-84F0-8140F757D29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250" b="-956"/>
          <a:stretch>
            <a:fillRect/>
          </a:stretch>
        </p:blipFill>
        <p:spPr>
          <a:xfrm>
            <a:off x="0" y="81597"/>
            <a:ext cx="11887200" cy="679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011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388">
            <a:extLst>
              <a:ext uri="{FF2B5EF4-FFF2-40B4-BE49-F238E27FC236}">
                <a16:creationId xmlns:a16="http://schemas.microsoft.com/office/drawing/2014/main" id="{66EDBB95-C9D4-3C81-898B-E605842ADE9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813" b="-178"/>
          <a:stretch>
            <a:fillRect/>
          </a:stretch>
        </p:blipFill>
        <p:spPr>
          <a:xfrm>
            <a:off x="0" y="0"/>
            <a:ext cx="11955780" cy="673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626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389">
            <a:extLst>
              <a:ext uri="{FF2B5EF4-FFF2-40B4-BE49-F238E27FC236}">
                <a16:creationId xmlns:a16="http://schemas.microsoft.com/office/drawing/2014/main" id="{BEDCC2E8-3EBC-BCA6-2FDD-B3BF6F49E2F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87" t="17497" r="42937" b="-17870"/>
          <a:stretch>
            <a:fillRect/>
          </a:stretch>
        </p:blipFill>
        <p:spPr>
          <a:xfrm>
            <a:off x="0" y="142557"/>
            <a:ext cx="12192000" cy="6812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896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390">
            <a:extLst>
              <a:ext uri="{FF2B5EF4-FFF2-40B4-BE49-F238E27FC236}">
                <a16:creationId xmlns:a16="http://schemas.microsoft.com/office/drawing/2014/main" id="{1EFA972E-7CFC-924D-A06C-3535E31C3A7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2688" b="-1151"/>
          <a:stretch>
            <a:fillRect/>
          </a:stretch>
        </p:blipFill>
        <p:spPr>
          <a:xfrm>
            <a:off x="0" y="-1"/>
            <a:ext cx="11917680" cy="676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573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391">
            <a:extLst>
              <a:ext uri="{FF2B5EF4-FFF2-40B4-BE49-F238E27FC236}">
                <a16:creationId xmlns:a16="http://schemas.microsoft.com/office/drawing/2014/main" id="{67413086-32AA-9A75-89C3-ADE68530E9A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42500" b="-1344"/>
          <a:stretch>
            <a:fillRect/>
          </a:stretch>
        </p:blipFill>
        <p:spPr>
          <a:xfrm>
            <a:off x="60960" y="0"/>
            <a:ext cx="12131040" cy="6873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73452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VDATA" val="ew0KICAiZG9jSUQiOiAiNjI0NTM4NzQtYWIzYS00MGI3LTgwYmYtZTYwZTNiYzZiOGNhIg0KfQ=="/>
  <p:tag name="GVDATA0" val="(end)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Fadi Yaqoub Saeed Alzaza</dc:creator>
  <cp:lastModifiedBy>Fadi Yaqoub Saeed Alzaza</cp:lastModifiedBy>
  <cp:revision>3</cp:revision>
  <dcterms:created xsi:type="dcterms:W3CDTF">2025-09-26T05:39:39Z</dcterms:created>
  <dcterms:modified xsi:type="dcterms:W3CDTF">2025-10-21T10:14:03Z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VData">
    <vt:lpwstr>ew0KICAiZG9jSUQiOiAiNjI0NTM4NzQtYWIzYS00MGI3LTgwYmYtZTYwZTNiYzZiOGNhIg0KfQ==</vt:lpwstr>
  </property>
  <property fmtid="{D5CDD505-2E9C-101B-9397-08002B2CF9AE}" pid="3" name="GVData0">
    <vt:lpwstr>(end)</vt:lpwstr>
  </property>
</Properties>
</file>