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310A3-FB0D-43CA-AB08-C1F737363083}" v="2" dt="2025-05-20T09:44:38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BDA310A3-FB0D-43CA-AB08-C1F737363083}"/>
    <pc:docChg chg="addSld delSld modSld">
      <pc:chgData name="Fadi Yaqoub Saeed Alzaza" userId="63ac727b-d974-45f0-978f-fb4fb15258d9" providerId="ADAL" clId="{BDA310A3-FB0D-43CA-AB08-C1F737363083}" dt="2025-05-20T09:44:44.690" v="6" actId="47"/>
      <pc:docMkLst>
        <pc:docMk/>
      </pc:docMkLst>
      <pc:sldChg chg="new del">
        <pc:chgData name="Fadi Yaqoub Saeed Alzaza" userId="63ac727b-d974-45f0-978f-fb4fb15258d9" providerId="ADAL" clId="{BDA310A3-FB0D-43CA-AB08-C1F737363083}" dt="2025-05-20T09:44:44.690" v="6" actId="47"/>
        <pc:sldMkLst>
          <pc:docMk/>
          <pc:sldMk cId="1330176332" sldId="256"/>
        </pc:sldMkLst>
      </pc:sldChg>
      <pc:sldChg chg="modSp del">
        <pc:chgData name="Fadi Yaqoub Saeed Alzaza" userId="63ac727b-d974-45f0-978f-fb4fb15258d9" providerId="ADAL" clId="{BDA310A3-FB0D-43CA-AB08-C1F737363083}" dt="2025-05-20T08:42:17.424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BDA310A3-FB0D-43CA-AB08-C1F737363083}" dt="2025-05-20T08:29:41.131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BDA310A3-FB0D-43CA-AB08-C1F737363083}" dt="2025-05-20T08:29:41.131" v="0"/>
          <ac:spMkLst>
            <pc:docMk/>
            <pc:sldMk cId="2619132251" sldId="256"/>
            <ac:spMk id="3" creationId="{3E5D9B8F-1185-8938-123B-50E93DF9530E}"/>
          </ac:spMkLst>
        </pc:spChg>
      </pc:sldChg>
      <pc:sldChg chg="modSp new del">
        <pc:chgData name="Fadi Yaqoub Saeed Alzaza" userId="63ac727b-d974-45f0-978f-fb4fb15258d9" providerId="ADAL" clId="{BDA310A3-FB0D-43CA-AB08-C1F737363083}" dt="2025-05-20T09:44:41.784" v="4" actId="47"/>
        <pc:sldMkLst>
          <pc:docMk/>
          <pc:sldMk cId="3037565988" sldId="256"/>
        </pc:sldMkLst>
        <pc:spChg chg="mod">
          <ac:chgData name="Fadi Yaqoub Saeed Alzaza" userId="63ac727b-d974-45f0-978f-fb4fb15258d9" providerId="ADAL" clId="{BDA310A3-FB0D-43CA-AB08-C1F737363083}" dt="2025-05-20T09:44:38.371" v="3"/>
          <ac:spMkLst>
            <pc:docMk/>
            <pc:sldMk cId="3037565988" sldId="256"/>
            <ac:spMk id="2" creationId="{344168A6-983E-C762-0727-1A586E9B5139}"/>
          </ac:spMkLst>
        </pc:spChg>
        <pc:spChg chg="mod">
          <ac:chgData name="Fadi Yaqoub Saeed Alzaza" userId="63ac727b-d974-45f0-978f-fb4fb15258d9" providerId="ADAL" clId="{BDA310A3-FB0D-43CA-AB08-C1F737363083}" dt="2025-05-20T09:44:38.371" v="3"/>
          <ac:spMkLst>
            <pc:docMk/>
            <pc:sldMk cId="3037565988" sldId="256"/>
            <ac:spMk id="3" creationId="{42292CE5-B79E-53B0-48DA-78864F6B4C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2129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846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6574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762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9956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52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4849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982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13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5869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95328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57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2626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4951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699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78739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455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62223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Tw Cen MT</vt:lpstr>
      <vt:lpstr>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7</cp:revision>
  <dcterms:created xsi:type="dcterms:W3CDTF">2025-05-20T08:08:47Z</dcterms:created>
  <dcterms:modified xsi:type="dcterms:W3CDTF">2025-05-20T09:44:45Z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