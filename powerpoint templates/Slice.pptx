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4" r:id="rId1"/>
  </p:sldMaster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4FEF7A-953F-4974-9507-5F3B8EF8BBC8}" v="2" dt="2025-05-20T09:36:45.0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8A4FEF7A-953F-4974-9507-5F3B8EF8BBC8}"/>
    <pc:docChg chg="addSld delSld modSld">
      <pc:chgData name="Fadi Yaqoub Saeed Alzaza" userId="63ac727b-d974-45f0-978f-fb4fb15258d9" providerId="ADAL" clId="{8A4FEF7A-953F-4974-9507-5F3B8EF8BBC8}" dt="2025-05-20T09:36:58.953" v="6" actId="47"/>
      <pc:docMkLst>
        <pc:docMk/>
      </pc:docMkLst>
      <pc:sldChg chg="modSp new del">
        <pc:chgData name="Fadi Yaqoub Saeed Alzaza" userId="63ac727b-d974-45f0-978f-fb4fb15258d9" providerId="ADAL" clId="{8A4FEF7A-953F-4974-9507-5F3B8EF8BBC8}" dt="2025-05-20T09:36:56.166" v="4" actId="47"/>
        <pc:sldMkLst>
          <pc:docMk/>
          <pc:sldMk cId="1898210940" sldId="256"/>
        </pc:sldMkLst>
        <pc:spChg chg="mod">
          <ac:chgData name="Fadi Yaqoub Saeed Alzaza" userId="63ac727b-d974-45f0-978f-fb4fb15258d9" providerId="ADAL" clId="{8A4FEF7A-953F-4974-9507-5F3B8EF8BBC8}" dt="2025-05-20T09:36:45.047" v="3"/>
          <ac:spMkLst>
            <pc:docMk/>
            <pc:sldMk cId="1898210940" sldId="256"/>
            <ac:spMk id="2" creationId="{DCFA3E72-91EE-E786-5CD2-274F9A6EDF19}"/>
          </ac:spMkLst>
        </pc:spChg>
        <pc:spChg chg="mod">
          <ac:chgData name="Fadi Yaqoub Saeed Alzaza" userId="63ac727b-d974-45f0-978f-fb4fb15258d9" providerId="ADAL" clId="{8A4FEF7A-953F-4974-9507-5F3B8EF8BBC8}" dt="2025-05-20T09:36:45.047" v="3"/>
          <ac:spMkLst>
            <pc:docMk/>
            <pc:sldMk cId="1898210940" sldId="256"/>
            <ac:spMk id="3" creationId="{82E389A9-1103-51FD-BD7C-E5EB6C6C7923}"/>
          </ac:spMkLst>
        </pc:spChg>
      </pc:sldChg>
      <pc:sldChg chg="modSp del">
        <pc:chgData name="Fadi Yaqoub Saeed Alzaza" userId="63ac727b-d974-45f0-978f-fb4fb15258d9" providerId="ADAL" clId="{8A4FEF7A-953F-4974-9507-5F3B8EF8BBC8}" dt="2025-05-20T08:44:02.477" v="1" actId="47"/>
        <pc:sldMkLst>
          <pc:docMk/>
          <pc:sldMk cId="2619132251" sldId="256"/>
        </pc:sldMkLst>
        <pc:spChg chg="mod">
          <ac:chgData name="Fadi Yaqoub Saeed Alzaza" userId="63ac727b-d974-45f0-978f-fb4fb15258d9" providerId="ADAL" clId="{8A4FEF7A-953F-4974-9507-5F3B8EF8BBC8}" dt="2025-05-20T08:12:41.768" v="0"/>
          <ac:spMkLst>
            <pc:docMk/>
            <pc:sldMk cId="2619132251" sldId="256"/>
            <ac:spMk id="2" creationId="{67133F6F-C632-D60B-F3B7-60A5705F5D48}"/>
          </ac:spMkLst>
        </pc:spChg>
        <pc:spChg chg="mod">
          <ac:chgData name="Fadi Yaqoub Saeed Alzaza" userId="63ac727b-d974-45f0-978f-fb4fb15258d9" providerId="ADAL" clId="{8A4FEF7A-953F-4974-9507-5F3B8EF8BBC8}" dt="2025-05-20T08:12:41.768" v="0"/>
          <ac:spMkLst>
            <pc:docMk/>
            <pc:sldMk cId="2619132251" sldId="256"/>
            <ac:spMk id="3" creationId="{3E5D9B8F-1185-8938-123B-50E93DF9530E}"/>
          </ac:spMkLst>
        </pc:spChg>
      </pc:sldChg>
      <pc:sldChg chg="new del">
        <pc:chgData name="Fadi Yaqoub Saeed Alzaza" userId="63ac727b-d974-45f0-978f-fb4fb15258d9" providerId="ADAL" clId="{8A4FEF7A-953F-4974-9507-5F3B8EF8BBC8}" dt="2025-05-20T09:36:58.953" v="6" actId="47"/>
        <pc:sldMkLst>
          <pc:docMk/>
          <pc:sldMk cId="3115586472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861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57524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4500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5422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31014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32217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87046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65474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89705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32038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70898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49695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15511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1895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699781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683581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20421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947747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30" r:id="rId16"/>
    <p:sldLayoutId id="21474838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Century Gothic</vt:lpstr>
      <vt:lpstr>Wingdings 3</vt:lpstr>
      <vt:lpstr>Slice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8</cp:revision>
  <dcterms:created xsi:type="dcterms:W3CDTF">2025-05-20T08:08:47Z</dcterms:created>
  <dcterms:modified xsi:type="dcterms:W3CDTF">2025-05-20T09:36:59Z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