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CADC09-BF2F-40EC-879F-5FAF754FF60C}" v="2" dt="2025-05-20T09:45:46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17CADC09-BF2F-40EC-879F-5FAF754FF60C}"/>
    <pc:docChg chg="addSld delSld modSld">
      <pc:chgData name="Fadi Yaqoub Saeed Alzaza" userId="63ac727b-d974-45f0-978f-fb4fb15258d9" providerId="ADAL" clId="{17CADC09-BF2F-40EC-879F-5FAF754FF60C}" dt="2025-05-20T09:46:10.532" v="8" actId="47"/>
      <pc:docMkLst>
        <pc:docMk/>
      </pc:docMkLst>
      <pc:sldChg chg="modSp new del">
        <pc:chgData name="Fadi Yaqoub Saeed Alzaza" userId="63ac727b-d974-45f0-978f-fb4fb15258d9" providerId="ADAL" clId="{17CADC09-BF2F-40EC-879F-5FAF754FF60C}" dt="2025-05-20T09:45:50.115" v="4" actId="47"/>
        <pc:sldMkLst>
          <pc:docMk/>
          <pc:sldMk cId="1112077200" sldId="256"/>
        </pc:sldMkLst>
        <pc:spChg chg="mod">
          <ac:chgData name="Fadi Yaqoub Saeed Alzaza" userId="63ac727b-d974-45f0-978f-fb4fb15258d9" providerId="ADAL" clId="{17CADC09-BF2F-40EC-879F-5FAF754FF60C}" dt="2025-05-20T09:45:46.524" v="3"/>
          <ac:spMkLst>
            <pc:docMk/>
            <pc:sldMk cId="1112077200" sldId="256"/>
            <ac:spMk id="2" creationId="{41398FC1-E684-B1D8-6C0C-8C93C902512A}"/>
          </ac:spMkLst>
        </pc:spChg>
        <pc:spChg chg="mod">
          <ac:chgData name="Fadi Yaqoub Saeed Alzaza" userId="63ac727b-d974-45f0-978f-fb4fb15258d9" providerId="ADAL" clId="{17CADC09-BF2F-40EC-879F-5FAF754FF60C}" dt="2025-05-20T09:45:46.524" v="3"/>
          <ac:spMkLst>
            <pc:docMk/>
            <pc:sldMk cId="1112077200" sldId="256"/>
            <ac:spMk id="3" creationId="{2415C364-489A-F4F0-9635-B78A02C03E6C}"/>
          </ac:spMkLst>
        </pc:spChg>
      </pc:sldChg>
      <pc:sldChg chg="new del">
        <pc:chgData name="Fadi Yaqoub Saeed Alzaza" userId="63ac727b-d974-45f0-978f-fb4fb15258d9" providerId="ADAL" clId="{17CADC09-BF2F-40EC-879F-5FAF754FF60C}" dt="2025-05-20T09:46:10.532" v="8" actId="47"/>
        <pc:sldMkLst>
          <pc:docMk/>
          <pc:sldMk cId="2087659310" sldId="256"/>
        </pc:sldMkLst>
      </pc:sldChg>
      <pc:sldChg chg="modSp del">
        <pc:chgData name="Fadi Yaqoub Saeed Alzaza" userId="63ac727b-d974-45f0-978f-fb4fb15258d9" providerId="ADAL" clId="{17CADC09-BF2F-40EC-879F-5FAF754FF60C}" dt="2025-05-20T08:41:57.345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17CADC09-BF2F-40EC-879F-5FAF754FF60C}" dt="2025-05-20T08:27:27.178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17CADC09-BF2F-40EC-879F-5FAF754FF60C}" dt="2025-05-20T08:27:27.178" v="0"/>
          <ac:spMkLst>
            <pc:docMk/>
            <pc:sldMk cId="2619132251" sldId="256"/>
            <ac:spMk id="3" creationId="{3E5D9B8F-1185-8938-123B-50E93DF9530E}"/>
          </ac:spMkLst>
        </pc:spChg>
      </pc:sldChg>
      <pc:sldChg chg="new del">
        <pc:chgData name="Fadi Yaqoub Saeed Alzaza" userId="63ac727b-d974-45f0-978f-fb4fb15258d9" providerId="ADAL" clId="{17CADC09-BF2F-40EC-879F-5FAF754FF60C}" dt="2025-05-20T09:45:51.860" v="6" actId="47"/>
        <pc:sldMkLst>
          <pc:docMk/>
          <pc:sldMk cId="4143155312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69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4928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2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437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92775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28600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2666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4366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02109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6219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2473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5695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Corbel</vt:lpstr>
      <vt:lpstr>Basis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4</cp:revision>
  <dcterms:created xsi:type="dcterms:W3CDTF">2025-05-20T08:08:47Z</dcterms:created>
  <dcterms:modified xsi:type="dcterms:W3CDTF">2025-05-20T09:46:10Z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