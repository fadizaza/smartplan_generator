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0AC06D-8C91-4F5D-A51F-F4ED157DDDE6}" v="1" dt="2025-05-20T09:43:40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C20AC06D-8C91-4F5D-A51F-F4ED157DDDE6}"/>
    <pc:docChg chg="addSld delSld modSld">
      <pc:chgData name="Fadi Yaqoub Saeed Alzaza" userId="63ac727b-d974-45f0-978f-fb4fb15258d9" providerId="ADAL" clId="{C20AC06D-8C91-4F5D-A51F-F4ED157DDDE6}" dt="2025-05-20T09:43:41.931" v="2" actId="47"/>
      <pc:docMkLst>
        <pc:docMk/>
      </pc:docMkLst>
      <pc:sldChg chg="modSp new del">
        <pc:chgData name="Fadi Yaqoub Saeed Alzaza" userId="63ac727b-d974-45f0-978f-fb4fb15258d9" providerId="ADAL" clId="{C20AC06D-8C91-4F5D-A51F-F4ED157DDDE6}" dt="2025-05-20T09:43:41.931" v="2" actId="47"/>
        <pc:sldMkLst>
          <pc:docMk/>
          <pc:sldMk cId="2933931910" sldId="256"/>
        </pc:sldMkLst>
        <pc:spChg chg="mod">
          <ac:chgData name="Fadi Yaqoub Saeed Alzaza" userId="63ac727b-d974-45f0-978f-fb4fb15258d9" providerId="ADAL" clId="{C20AC06D-8C91-4F5D-A51F-F4ED157DDDE6}" dt="2025-05-20T09:43:40.515" v="1"/>
          <ac:spMkLst>
            <pc:docMk/>
            <pc:sldMk cId="2933931910" sldId="256"/>
            <ac:spMk id="2" creationId="{27DA9D47-A134-5C83-E659-C48BA663AB51}"/>
          </ac:spMkLst>
        </pc:spChg>
        <pc:spChg chg="mod">
          <ac:chgData name="Fadi Yaqoub Saeed Alzaza" userId="63ac727b-d974-45f0-978f-fb4fb15258d9" providerId="ADAL" clId="{C20AC06D-8C91-4F5D-A51F-F4ED157DDDE6}" dt="2025-05-20T09:43:40.515" v="1"/>
          <ac:spMkLst>
            <pc:docMk/>
            <pc:sldMk cId="2933931910" sldId="256"/>
            <ac:spMk id="3" creationId="{6F71AB47-5AED-B4E8-0781-6139B491A2D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38274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64704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03853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13395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1107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9199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42661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33688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37917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56985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14609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3353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47140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91782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90547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11129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34797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84668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Corbel</vt:lpstr>
      <vt:lpstr>Depth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9</cp:revision>
  <dcterms:created xsi:type="dcterms:W3CDTF">2025-05-20T08:08:47Z</dcterms:created>
  <dcterms:modified xsi:type="dcterms:W3CDTF">2025-05-20T09:43:42Z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