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7" r:id="rId1"/>
  </p:sldMasterIdLst>
  <p:sldSz cx="12192000" cy="6858000"/>
  <p:notesSz cx="6858000" cy="9144000"/>
  <p:custDataLst>
    <p:tags r:id="rId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4FEF7A-953F-4974-9507-5F3B8EF8BBC8}" v="1" dt="2025-05-20T08:12:41.768"/>
    <p1510:client id="{FDE584DB-E2AB-4B1C-85B9-075E19F69774}" v="2" dt="2025-05-20T09:35:38.3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87" d="100"/>
          <a:sy n="87" d="100"/>
        </p:scale>
        <p:origin x="6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di Yaqoub Saeed Alzaza" userId="63ac727b-d974-45f0-978f-fb4fb15258d9" providerId="ADAL" clId="{FDE584DB-E2AB-4B1C-85B9-075E19F69774}"/>
    <pc:docChg chg="addSld delSld modSld">
      <pc:chgData name="Fadi Yaqoub Saeed Alzaza" userId="63ac727b-d974-45f0-978f-fb4fb15258d9" providerId="ADAL" clId="{FDE584DB-E2AB-4B1C-85B9-075E19F69774}" dt="2025-05-20T09:35:43.879" v="6" actId="47"/>
      <pc:docMkLst>
        <pc:docMk/>
      </pc:docMkLst>
      <pc:sldChg chg="modSp new del">
        <pc:chgData name="Fadi Yaqoub Saeed Alzaza" userId="63ac727b-d974-45f0-978f-fb4fb15258d9" providerId="ADAL" clId="{FDE584DB-E2AB-4B1C-85B9-075E19F69774}" dt="2025-05-20T09:35:41.599" v="4" actId="47"/>
        <pc:sldMkLst>
          <pc:docMk/>
          <pc:sldMk cId="880051167" sldId="256"/>
        </pc:sldMkLst>
        <pc:spChg chg="mod">
          <ac:chgData name="Fadi Yaqoub Saeed Alzaza" userId="63ac727b-d974-45f0-978f-fb4fb15258d9" providerId="ADAL" clId="{FDE584DB-E2AB-4B1C-85B9-075E19F69774}" dt="2025-05-20T09:35:38.397" v="3"/>
          <ac:spMkLst>
            <pc:docMk/>
            <pc:sldMk cId="880051167" sldId="256"/>
            <ac:spMk id="2" creationId="{154AAC03-4054-8E29-81AE-81C30A0AEE49}"/>
          </ac:spMkLst>
        </pc:spChg>
        <pc:spChg chg="mod">
          <ac:chgData name="Fadi Yaqoub Saeed Alzaza" userId="63ac727b-d974-45f0-978f-fb4fb15258d9" providerId="ADAL" clId="{FDE584DB-E2AB-4B1C-85B9-075E19F69774}" dt="2025-05-20T09:35:38.397" v="3"/>
          <ac:spMkLst>
            <pc:docMk/>
            <pc:sldMk cId="880051167" sldId="256"/>
            <ac:spMk id="3" creationId="{3E6B3C5F-36B9-1FD2-BD8F-9C9A89A4B923}"/>
          </ac:spMkLst>
        </pc:spChg>
      </pc:sldChg>
      <pc:sldChg chg="del">
        <pc:chgData name="Fadi Yaqoub Saeed Alzaza" userId="63ac727b-d974-45f0-978f-fb4fb15258d9" providerId="ADAL" clId="{FDE584DB-E2AB-4B1C-85B9-075E19F69774}" dt="2025-05-20T08:44:08.800" v="0" actId="47"/>
        <pc:sldMkLst>
          <pc:docMk/>
          <pc:sldMk cId="2619132251" sldId="256"/>
        </pc:sldMkLst>
      </pc:sldChg>
      <pc:sldChg chg="new del">
        <pc:chgData name="Fadi Yaqoub Saeed Alzaza" userId="63ac727b-d974-45f0-978f-fb4fb15258d9" providerId="ADAL" clId="{FDE584DB-E2AB-4B1C-85B9-075E19F69774}" dt="2025-05-20T09:35:43.879" v="6" actId="47"/>
        <pc:sldMkLst>
          <pc:docMk/>
          <pc:sldMk cId="3293620803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783490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24800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670268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15017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118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34267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845936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72998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083577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70211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144684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8539397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208726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2377346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092895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02277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4338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  <p:sldLayoutId id="2147483809" r:id="rId12"/>
    <p:sldLayoutId id="2147483810" r:id="rId13"/>
    <p:sldLayoutId id="2147483811" r:id="rId14"/>
    <p:sldLayoutId id="2147483812" r:id="rId15"/>
    <p:sldLayoutId id="214748381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VDATA" val="ew0KICAiZG9jSUQiOiAiODE4NDE5YmYtNWYwYi00ZmJmLWFjM2UtYjBkYjg5MTk5YjM3Ig0KfQ=="/>
  <p:tag name="GVDATA0" val="(end)"/>
</p:tagLst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Century Gothic</vt:lpstr>
      <vt:lpstr>Wingdings 3</vt:lpstr>
      <vt:lpstr>Wisp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Fadi Yaqoub Saeed Alzaza</dc:creator>
  <cp:lastModifiedBy>Fadi Yaqoub Saeed Alzaza</cp:lastModifiedBy>
  <cp:revision>9</cp:revision>
  <dcterms:created xsi:type="dcterms:W3CDTF">2025-05-20T08:08:47Z</dcterms:created>
  <dcterms:modified xsi:type="dcterms:W3CDTF">2025-05-20T09:35:44Z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VData">
    <vt:lpwstr>ew0KICAiZG9jSUQiOiAiODE4NDE5YmYtNWYwYi00ZmJmLWFjM2UtYjBkYjg5MTk5YjM3Ig0KfQ==</vt:lpwstr>
  </property>
  <property fmtid="{D5CDD505-2E9C-101B-9397-08002B2CF9AE}" pid="3" name="GVData0">
    <vt:lpwstr>(end)</vt:lpwstr>
  </property>
</Properties>
</file>