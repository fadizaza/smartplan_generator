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856BE-E086-4E59-8ABE-D24C79730EB3}" v="2" dt="2025-05-20T09:38:54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09856BE-E086-4E59-8ABE-D24C79730EB3}"/>
    <pc:docChg chg="addSld delSld modSld">
      <pc:chgData name="Fadi Yaqoub Saeed Alzaza" userId="63ac727b-d974-45f0-978f-fb4fb15258d9" providerId="ADAL" clId="{809856BE-E086-4E59-8ABE-D24C79730EB3}" dt="2025-05-20T09:39:06.970" v="8" actId="47"/>
      <pc:docMkLst>
        <pc:docMk/>
      </pc:docMkLst>
      <pc:sldChg chg="modSp new del">
        <pc:chgData name="Fadi Yaqoub Saeed Alzaza" userId="63ac727b-d974-45f0-978f-fb4fb15258d9" providerId="ADAL" clId="{809856BE-E086-4E59-8ABE-D24C79730EB3}" dt="2025-05-20T09:38:59.103" v="4" actId="47"/>
        <pc:sldMkLst>
          <pc:docMk/>
          <pc:sldMk cId="261576228" sldId="256"/>
        </pc:sldMkLst>
        <pc:spChg chg="mod">
          <ac:chgData name="Fadi Yaqoub Saeed Alzaza" userId="63ac727b-d974-45f0-978f-fb4fb15258d9" providerId="ADAL" clId="{809856BE-E086-4E59-8ABE-D24C79730EB3}" dt="2025-05-20T09:38:54.929" v="3"/>
          <ac:spMkLst>
            <pc:docMk/>
            <pc:sldMk cId="261576228" sldId="256"/>
            <ac:spMk id="2" creationId="{A9357960-911B-589B-5893-F76DEDF1F077}"/>
          </ac:spMkLst>
        </pc:spChg>
        <pc:spChg chg="mod">
          <ac:chgData name="Fadi Yaqoub Saeed Alzaza" userId="63ac727b-d974-45f0-978f-fb4fb15258d9" providerId="ADAL" clId="{809856BE-E086-4E59-8ABE-D24C79730EB3}" dt="2025-05-20T09:38:54.929" v="3"/>
          <ac:spMkLst>
            <pc:docMk/>
            <pc:sldMk cId="261576228" sldId="256"/>
            <ac:spMk id="3" creationId="{C7700286-A4E1-FBB2-A2DB-10035BCD5652}"/>
          </ac:spMkLst>
        </pc:spChg>
      </pc:sldChg>
      <pc:sldChg chg="new del">
        <pc:chgData name="Fadi Yaqoub Saeed Alzaza" userId="63ac727b-d974-45f0-978f-fb4fb15258d9" providerId="ADAL" clId="{809856BE-E086-4E59-8ABE-D24C79730EB3}" dt="2025-05-20T09:39:06.970" v="8" actId="47"/>
        <pc:sldMkLst>
          <pc:docMk/>
          <pc:sldMk cId="688636172" sldId="256"/>
        </pc:sldMkLst>
      </pc:sldChg>
      <pc:sldChg chg="modSp del">
        <pc:chgData name="Fadi Yaqoub Saeed Alzaza" userId="63ac727b-d974-45f0-978f-fb4fb15258d9" providerId="ADAL" clId="{809856BE-E086-4E59-8ABE-D24C79730EB3}" dt="2025-05-20T08:43:41.385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09856BE-E086-4E59-8ABE-D24C79730EB3}" dt="2025-05-20T08:11:15.253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09856BE-E086-4E59-8ABE-D24C79730EB3}" dt="2025-05-20T08:11:15.253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809856BE-E086-4E59-8ABE-D24C79730EB3}" dt="2025-05-20T09:39:01.775" v="6" actId="47"/>
        <pc:sldMkLst>
          <pc:docMk/>
          <pc:sldMk cId="3386051835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261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040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89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5713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701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59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1989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949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333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073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453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682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55593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5411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3491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1270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314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4850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Wingdings 3</vt:lpstr>
      <vt:lpstr>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4</cp:revision>
  <dcterms:created xsi:type="dcterms:W3CDTF">2025-05-20T08:08:47Z</dcterms:created>
  <dcterms:modified xsi:type="dcterms:W3CDTF">2025-05-20T09:39:08Z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