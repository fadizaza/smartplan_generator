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BDBEC3-7BD9-4AE5-8443-BD2C757DF880}" v="3" dt="2025-05-20T09:39:26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C2BDBEC3-7BD9-4AE5-8443-BD2C757DF880}"/>
    <pc:docChg chg="addSld delSld modSld">
      <pc:chgData name="Fadi Yaqoub Saeed Alzaza" userId="63ac727b-d974-45f0-978f-fb4fb15258d9" providerId="ADAL" clId="{C2BDBEC3-7BD9-4AE5-8443-BD2C757DF880}" dt="2025-05-20T09:39:32.011" v="7" actId="47"/>
      <pc:docMkLst>
        <pc:docMk/>
      </pc:docMkLst>
      <pc:sldChg chg="new del">
        <pc:chgData name="Fadi Yaqoub Saeed Alzaza" userId="63ac727b-d974-45f0-978f-fb4fb15258d9" providerId="ADAL" clId="{C2BDBEC3-7BD9-4AE5-8443-BD2C757DF880}" dt="2025-05-20T09:39:32.011" v="7" actId="47"/>
        <pc:sldMkLst>
          <pc:docMk/>
          <pc:sldMk cId="1775287847" sldId="256"/>
        </pc:sldMkLst>
      </pc:sldChg>
      <pc:sldChg chg="modSp del">
        <pc:chgData name="Fadi Yaqoub Saeed Alzaza" userId="63ac727b-d974-45f0-978f-fb4fb15258d9" providerId="ADAL" clId="{C2BDBEC3-7BD9-4AE5-8443-BD2C757DF880}" dt="2025-05-20T08:43:32.728" v="2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C2BDBEC3-7BD9-4AE5-8443-BD2C757DF880}" dt="2025-05-20T08:11:40.172" v="1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C2BDBEC3-7BD9-4AE5-8443-BD2C757DF880}" dt="2025-05-20T08:11:40.172" v="1"/>
          <ac:spMkLst>
            <pc:docMk/>
            <pc:sldMk cId="2619132251" sldId="256"/>
            <ac:spMk id="3" creationId="{3E5D9B8F-1185-8938-123B-50E93DF9530E}"/>
          </ac:spMkLst>
        </pc:spChg>
      </pc:sldChg>
      <pc:sldChg chg="modSp new del">
        <pc:chgData name="Fadi Yaqoub Saeed Alzaza" userId="63ac727b-d974-45f0-978f-fb4fb15258d9" providerId="ADAL" clId="{C2BDBEC3-7BD9-4AE5-8443-BD2C757DF880}" dt="2025-05-20T09:39:29.878" v="5" actId="47"/>
        <pc:sldMkLst>
          <pc:docMk/>
          <pc:sldMk cId="4273023843" sldId="256"/>
        </pc:sldMkLst>
        <pc:spChg chg="mod">
          <ac:chgData name="Fadi Yaqoub Saeed Alzaza" userId="63ac727b-d974-45f0-978f-fb4fb15258d9" providerId="ADAL" clId="{C2BDBEC3-7BD9-4AE5-8443-BD2C757DF880}" dt="2025-05-20T09:39:26.068" v="4"/>
          <ac:spMkLst>
            <pc:docMk/>
            <pc:sldMk cId="4273023843" sldId="256"/>
            <ac:spMk id="2" creationId="{8C00DEF4-E16E-BCDF-CC05-3006D771E5A8}"/>
          </ac:spMkLst>
        </pc:spChg>
        <pc:spChg chg="mod">
          <ac:chgData name="Fadi Yaqoub Saeed Alzaza" userId="63ac727b-d974-45f0-978f-fb4fb15258d9" providerId="ADAL" clId="{C2BDBEC3-7BD9-4AE5-8443-BD2C757DF880}" dt="2025-05-20T09:39:26.068" v="4"/>
          <ac:spMkLst>
            <pc:docMk/>
            <pc:sldMk cId="4273023843" sldId="256"/>
            <ac:spMk id="3" creationId="{EF41E149-1975-3BE7-2F07-AA027983DA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8036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8598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45833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4585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58195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0121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7182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58790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440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73636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83811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3383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89284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76712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57642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237777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6576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AE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69248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Century Gothic</vt:lpstr>
      <vt:lpstr>Wingdings 3</vt:lpstr>
      <vt:lpstr>Ion Boardroom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5</cp:revision>
  <dcterms:created xsi:type="dcterms:W3CDTF">2025-05-20T08:08:47Z</dcterms:created>
  <dcterms:modified xsi:type="dcterms:W3CDTF">2025-05-20T09:39:33Z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