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9" r:id="rId1"/>
  </p:sldMasterIdLst>
  <p:sldSz cx="12192000" cy="6858000"/>
  <p:notesSz cx="6858000" cy="9144000"/>
  <p:custDataLst>
    <p:tags r:id="rId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40B991-ED76-4453-9210-F454433180E3}" v="2" dt="2025-05-20T09:38:15.3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92" d="100"/>
          <a:sy n="92" d="100"/>
        </p:scale>
        <p:origin x="77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di Yaqoub Saeed Alzaza" userId="63ac727b-d974-45f0-978f-fb4fb15258d9" providerId="ADAL" clId="{3540B991-ED76-4453-9210-F454433180E3}"/>
    <pc:docChg chg="addSld delSld modSld">
      <pc:chgData name="Fadi Yaqoub Saeed Alzaza" userId="63ac727b-d974-45f0-978f-fb4fb15258d9" providerId="ADAL" clId="{3540B991-ED76-4453-9210-F454433180E3}" dt="2025-05-20T09:38:25.447" v="10" actId="47"/>
      <pc:docMkLst>
        <pc:docMk/>
      </pc:docMkLst>
      <pc:sldChg chg="modSp new del">
        <pc:chgData name="Fadi Yaqoub Saeed Alzaza" userId="63ac727b-d974-45f0-978f-fb4fb15258d9" providerId="ADAL" clId="{3540B991-ED76-4453-9210-F454433180E3}" dt="2025-05-20T09:38:18.581" v="4" actId="47"/>
        <pc:sldMkLst>
          <pc:docMk/>
          <pc:sldMk cId="2511460698" sldId="256"/>
        </pc:sldMkLst>
        <pc:spChg chg="mod">
          <ac:chgData name="Fadi Yaqoub Saeed Alzaza" userId="63ac727b-d974-45f0-978f-fb4fb15258d9" providerId="ADAL" clId="{3540B991-ED76-4453-9210-F454433180E3}" dt="2025-05-20T09:38:15.304" v="3"/>
          <ac:spMkLst>
            <pc:docMk/>
            <pc:sldMk cId="2511460698" sldId="256"/>
            <ac:spMk id="2" creationId="{F706507A-CFBB-7F30-93DA-7B09BD7C8E18}"/>
          </ac:spMkLst>
        </pc:spChg>
        <pc:spChg chg="mod">
          <ac:chgData name="Fadi Yaqoub Saeed Alzaza" userId="63ac727b-d974-45f0-978f-fb4fb15258d9" providerId="ADAL" clId="{3540B991-ED76-4453-9210-F454433180E3}" dt="2025-05-20T09:38:15.304" v="3"/>
          <ac:spMkLst>
            <pc:docMk/>
            <pc:sldMk cId="2511460698" sldId="256"/>
            <ac:spMk id="3" creationId="{97B71FF7-12CA-DC1C-0D40-9D59EAE01A84}"/>
          </ac:spMkLst>
        </pc:spChg>
      </pc:sldChg>
      <pc:sldChg chg="modSp del">
        <pc:chgData name="Fadi Yaqoub Saeed Alzaza" userId="63ac727b-d974-45f0-978f-fb4fb15258d9" providerId="ADAL" clId="{3540B991-ED76-4453-9210-F454433180E3}" dt="2025-05-20T08:43:48.908" v="1" actId="47"/>
        <pc:sldMkLst>
          <pc:docMk/>
          <pc:sldMk cId="2619132251" sldId="256"/>
        </pc:sldMkLst>
        <pc:spChg chg="mod">
          <ac:chgData name="Fadi Yaqoub Saeed Alzaza" userId="63ac727b-d974-45f0-978f-fb4fb15258d9" providerId="ADAL" clId="{3540B991-ED76-4453-9210-F454433180E3}" dt="2025-05-20T08:11:54.746" v="0"/>
          <ac:spMkLst>
            <pc:docMk/>
            <pc:sldMk cId="2619132251" sldId="256"/>
            <ac:spMk id="2" creationId="{67133F6F-C632-D60B-F3B7-60A5705F5D48}"/>
          </ac:spMkLst>
        </pc:spChg>
        <pc:spChg chg="mod">
          <ac:chgData name="Fadi Yaqoub Saeed Alzaza" userId="63ac727b-d974-45f0-978f-fb4fb15258d9" providerId="ADAL" clId="{3540B991-ED76-4453-9210-F454433180E3}" dt="2025-05-20T08:11:54.746" v="0"/>
          <ac:spMkLst>
            <pc:docMk/>
            <pc:sldMk cId="2619132251" sldId="256"/>
            <ac:spMk id="3" creationId="{3E5D9B8F-1185-8938-123B-50E93DF9530E}"/>
          </ac:spMkLst>
        </pc:spChg>
      </pc:sldChg>
      <pc:sldChg chg="new del">
        <pc:chgData name="Fadi Yaqoub Saeed Alzaza" userId="63ac727b-d974-45f0-978f-fb4fb15258d9" providerId="ADAL" clId="{3540B991-ED76-4453-9210-F454433180E3}" dt="2025-05-20T09:38:25.447" v="10" actId="47"/>
        <pc:sldMkLst>
          <pc:docMk/>
          <pc:sldMk cId="2785937784" sldId="256"/>
        </pc:sldMkLst>
      </pc:sldChg>
      <pc:sldChg chg="new del">
        <pc:chgData name="Fadi Yaqoub Saeed Alzaza" userId="63ac727b-d974-45f0-978f-fb4fb15258d9" providerId="ADAL" clId="{3540B991-ED76-4453-9210-F454433180E3}" dt="2025-05-20T09:38:22.784" v="8" actId="47"/>
        <pc:sldMkLst>
          <pc:docMk/>
          <pc:sldMk cId="3366061190" sldId="256"/>
        </pc:sldMkLst>
      </pc:sldChg>
      <pc:sldChg chg="new del">
        <pc:chgData name="Fadi Yaqoub Saeed Alzaza" userId="63ac727b-d974-45f0-978f-fb4fb15258d9" providerId="ADAL" clId="{3540B991-ED76-4453-9210-F454433180E3}" dt="2025-05-20T09:38:20.789" v="6" actId="47"/>
        <pc:sldMkLst>
          <pc:docMk/>
          <pc:sldMk cId="3515976497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7480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599405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0406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100560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0513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1644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717496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7837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497074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36688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37136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46060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9488111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81937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39145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2483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4275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414651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  <p:sldLayoutId id="2147483791" r:id="rId12"/>
    <p:sldLayoutId id="2147483792" r:id="rId13"/>
    <p:sldLayoutId id="2147483793" r:id="rId14"/>
    <p:sldLayoutId id="2147483794" r:id="rId15"/>
    <p:sldLayoutId id="2147483795" r:id="rId16"/>
    <p:sldLayoutId id="2147483796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VDATA" val="ew0KICAiZG9jSUQiOiAiODE4NDE5YmYtNWYwYi00ZmJmLWFjM2UtYjBkYjg5MTk5YjM3Ig0KfQ=="/>
  <p:tag name="GVDATA0" val="(end)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Garamond</vt:lpstr>
      <vt:lpstr>Organic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Fadi Yaqoub Saeed Alzaza</dc:creator>
  <cp:lastModifiedBy>Fadi Yaqoub Saeed Alzaza</cp:lastModifiedBy>
  <cp:revision>6</cp:revision>
  <dcterms:created xsi:type="dcterms:W3CDTF">2025-05-20T08:08:47Z</dcterms:created>
  <dcterms:modified xsi:type="dcterms:W3CDTF">2025-05-20T09:38:27Z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GVData">
    <vt:lpwstr>ew0KICAiZG9jSUQiOiAiODE4NDE5YmYtNWYwYi00ZmJmLWFjM2UtYjBkYjg5MTk5YjM3Ig0KfQ==</vt:lpwstr>
  </property>
  <property fmtid="{D5CDD505-2E9C-101B-9397-08002B2CF9AE}" pid="3" name="GVData0">
    <vt:lpwstr>(end)</vt:lpwstr>
  </property>
</Properties>
</file>