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EDABF8-90A7-4634-A4E4-A0DCC1235A42}" v="2" dt="2025-05-20T09:29:41.8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8DEDABF8-90A7-4634-A4E4-A0DCC1235A42}"/>
    <pc:docChg chg="addSld delSld modSld">
      <pc:chgData name="Fadi Yaqoub Saeed Alzaza" userId="63ac727b-d974-45f0-978f-fb4fb15258d9" providerId="ADAL" clId="{8DEDABF8-90A7-4634-A4E4-A0DCC1235A42}" dt="2025-05-20T09:29:55.114" v="8" actId="47"/>
      <pc:docMkLst>
        <pc:docMk/>
      </pc:docMkLst>
      <pc:sldChg chg="modSp new del">
        <pc:chgData name="Fadi Yaqoub Saeed Alzaza" userId="63ac727b-d974-45f0-978f-fb4fb15258d9" providerId="ADAL" clId="{8DEDABF8-90A7-4634-A4E4-A0DCC1235A42}" dt="2025-05-20T09:29:44.321" v="4" actId="47"/>
        <pc:sldMkLst>
          <pc:docMk/>
          <pc:sldMk cId="424582379" sldId="256"/>
        </pc:sldMkLst>
        <pc:spChg chg="mod">
          <ac:chgData name="Fadi Yaqoub Saeed Alzaza" userId="63ac727b-d974-45f0-978f-fb4fb15258d9" providerId="ADAL" clId="{8DEDABF8-90A7-4634-A4E4-A0DCC1235A42}" dt="2025-05-20T09:29:41.895" v="3"/>
          <ac:spMkLst>
            <pc:docMk/>
            <pc:sldMk cId="424582379" sldId="256"/>
            <ac:spMk id="2" creationId="{2E982901-F02A-5C61-F6A1-34F70F56F4FD}"/>
          </ac:spMkLst>
        </pc:spChg>
        <pc:spChg chg="mod">
          <ac:chgData name="Fadi Yaqoub Saeed Alzaza" userId="63ac727b-d974-45f0-978f-fb4fb15258d9" providerId="ADAL" clId="{8DEDABF8-90A7-4634-A4E4-A0DCC1235A42}" dt="2025-05-20T09:29:41.895" v="3"/>
          <ac:spMkLst>
            <pc:docMk/>
            <pc:sldMk cId="424582379" sldId="256"/>
            <ac:spMk id="3" creationId="{2CE06114-47A0-0A3C-F2C9-9D547D07939B}"/>
          </ac:spMkLst>
        </pc:spChg>
      </pc:sldChg>
      <pc:sldChg chg="new del">
        <pc:chgData name="Fadi Yaqoub Saeed Alzaza" userId="63ac727b-d974-45f0-978f-fb4fb15258d9" providerId="ADAL" clId="{8DEDABF8-90A7-4634-A4E4-A0DCC1235A42}" dt="2025-05-20T09:29:52.924" v="6" actId="47"/>
        <pc:sldMkLst>
          <pc:docMk/>
          <pc:sldMk cId="1597912232" sldId="256"/>
        </pc:sldMkLst>
      </pc:sldChg>
      <pc:sldChg chg="new del">
        <pc:chgData name="Fadi Yaqoub Saeed Alzaza" userId="63ac727b-d974-45f0-978f-fb4fb15258d9" providerId="ADAL" clId="{8DEDABF8-90A7-4634-A4E4-A0DCC1235A42}" dt="2025-05-20T09:29:55.114" v="8" actId="47"/>
        <pc:sldMkLst>
          <pc:docMk/>
          <pc:sldMk cId="2602275154" sldId="256"/>
        </pc:sldMkLst>
      </pc:sldChg>
      <pc:sldChg chg="modSp del">
        <pc:chgData name="Fadi Yaqoub Saeed Alzaza" userId="63ac727b-d974-45f0-978f-fb4fb15258d9" providerId="ADAL" clId="{8DEDABF8-90A7-4634-A4E4-A0DCC1235A42}" dt="2025-05-20T08:42:03.974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8DEDABF8-90A7-4634-A4E4-A0DCC1235A42}" dt="2025-05-20T08:28:14.904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8DEDABF8-90A7-4634-A4E4-A0DCC1235A42}" dt="2025-05-20T08:28:14.904" v="0"/>
          <ac:spMkLst>
            <pc:docMk/>
            <pc:sldMk cId="2619132251" sldId="256"/>
            <ac:spMk id="3" creationId="{3E5D9B8F-1185-8938-123B-50E93DF9530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08088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115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67829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91988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18873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2279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78749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3820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47121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7216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77446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769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86594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3230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142093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50861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36876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846144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Trebuchet MS</vt:lpstr>
      <vt:lpstr>Berlin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5</cp:revision>
  <dcterms:created xsi:type="dcterms:W3CDTF">2025-05-20T08:08:47Z</dcterms:created>
  <dcterms:modified xsi:type="dcterms:W3CDTF">2025-05-20T09:29:56Z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