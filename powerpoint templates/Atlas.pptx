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E9878F-C32B-4D46-9165-2DB6B440D927}" v="2" dt="2025-05-20T09:47:49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6DE9878F-C32B-4D46-9165-2DB6B440D927}"/>
    <pc:docChg chg="addSld delSld modSld">
      <pc:chgData name="Fadi Yaqoub Saeed Alzaza" userId="63ac727b-d974-45f0-978f-fb4fb15258d9" providerId="ADAL" clId="{6DE9878F-C32B-4D46-9165-2DB6B440D927}" dt="2025-05-20T09:47:56.405" v="6" actId="47"/>
      <pc:docMkLst>
        <pc:docMk/>
      </pc:docMkLst>
      <pc:sldChg chg="modSp new del">
        <pc:chgData name="Fadi Yaqoub Saeed Alzaza" userId="63ac727b-d974-45f0-978f-fb4fb15258d9" providerId="ADAL" clId="{6DE9878F-C32B-4D46-9165-2DB6B440D927}" dt="2025-05-20T09:47:54.385" v="4" actId="47"/>
        <pc:sldMkLst>
          <pc:docMk/>
          <pc:sldMk cId="28718323" sldId="256"/>
        </pc:sldMkLst>
        <pc:spChg chg="mod">
          <ac:chgData name="Fadi Yaqoub Saeed Alzaza" userId="63ac727b-d974-45f0-978f-fb4fb15258d9" providerId="ADAL" clId="{6DE9878F-C32B-4D46-9165-2DB6B440D927}" dt="2025-05-20T09:47:49.496" v="3"/>
          <ac:spMkLst>
            <pc:docMk/>
            <pc:sldMk cId="28718323" sldId="256"/>
            <ac:spMk id="2" creationId="{1F1E7B2A-4E30-8EBB-B232-ECAB6ED56A4E}"/>
          </ac:spMkLst>
        </pc:spChg>
        <pc:spChg chg="mod">
          <ac:chgData name="Fadi Yaqoub Saeed Alzaza" userId="63ac727b-d974-45f0-978f-fb4fb15258d9" providerId="ADAL" clId="{6DE9878F-C32B-4D46-9165-2DB6B440D927}" dt="2025-05-20T09:47:49.496" v="3"/>
          <ac:spMkLst>
            <pc:docMk/>
            <pc:sldMk cId="28718323" sldId="256"/>
            <ac:spMk id="3" creationId="{E895DDC7-2169-2016-A0D3-E7A036673B4C}"/>
          </ac:spMkLst>
        </pc:spChg>
      </pc:sldChg>
      <pc:sldChg chg="new del">
        <pc:chgData name="Fadi Yaqoub Saeed Alzaza" userId="63ac727b-d974-45f0-978f-fb4fb15258d9" providerId="ADAL" clId="{6DE9878F-C32B-4D46-9165-2DB6B440D927}" dt="2025-05-20T09:47:56.405" v="6" actId="47"/>
        <pc:sldMkLst>
          <pc:docMk/>
          <pc:sldMk cId="940303449" sldId="256"/>
        </pc:sldMkLst>
      </pc:sldChg>
      <pc:sldChg chg="modSp del">
        <pc:chgData name="Fadi Yaqoub Saeed Alzaza" userId="63ac727b-d974-45f0-978f-fb4fb15258d9" providerId="ADAL" clId="{6DE9878F-C32B-4D46-9165-2DB6B440D927}" dt="2025-05-20T08:41:14.351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6DE9878F-C32B-4D46-9165-2DB6B440D927}" dt="2025-05-20T08:25:09.243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6DE9878F-C32B-4D46-9165-2DB6B440D927}" dt="2025-05-20T08:25:09.243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901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99821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5497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9544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28845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26853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8505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0323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3571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69469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525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7049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Calibri Light</vt:lpstr>
      <vt:lpstr>Rockwell</vt:lpstr>
      <vt:lpstr>Wingdings</vt:lpstr>
      <vt:lpstr>Atlas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