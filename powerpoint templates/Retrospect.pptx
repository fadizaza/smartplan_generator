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56990-1AB6-4BA1-8E32-D7E0A7A4803F}" v="2" dt="2025-05-20T09:37:28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9D056990-1AB6-4BA1-8E32-D7E0A7A4803F}"/>
    <pc:docChg chg="addSld delSld modSld">
      <pc:chgData name="Fadi Yaqoub Saeed Alzaza" userId="63ac727b-d974-45f0-978f-fb4fb15258d9" providerId="ADAL" clId="{9D056990-1AB6-4BA1-8E32-D7E0A7A4803F}" dt="2025-05-20T09:37:43.944" v="6" actId="47"/>
      <pc:docMkLst>
        <pc:docMk/>
      </pc:docMkLst>
      <pc:sldChg chg="new del">
        <pc:chgData name="Fadi Yaqoub Saeed Alzaza" userId="63ac727b-d974-45f0-978f-fb4fb15258d9" providerId="ADAL" clId="{9D056990-1AB6-4BA1-8E32-D7E0A7A4803F}" dt="2025-05-20T09:37:43.944" v="6" actId="47"/>
        <pc:sldMkLst>
          <pc:docMk/>
          <pc:sldMk cId="652797220" sldId="256"/>
        </pc:sldMkLst>
      </pc:sldChg>
      <pc:sldChg chg="modSp del">
        <pc:chgData name="Fadi Yaqoub Saeed Alzaza" userId="63ac727b-d974-45f0-978f-fb4fb15258d9" providerId="ADAL" clId="{9D056990-1AB6-4BA1-8E32-D7E0A7A4803F}" dt="2025-05-20T08:43:55.691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9D056990-1AB6-4BA1-8E32-D7E0A7A4803F}" dt="2025-05-20T08:12:23.270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9D056990-1AB6-4BA1-8E32-D7E0A7A4803F}" dt="2025-05-20T08:12:23.270" v="0"/>
          <ac:spMkLst>
            <pc:docMk/>
            <pc:sldMk cId="2619132251" sldId="256"/>
            <ac:spMk id="3" creationId="{3E5D9B8F-1185-8938-123B-50E93DF9530E}"/>
          </ac:spMkLst>
        </pc:spChg>
      </pc:sldChg>
      <pc:sldChg chg="modSp new del">
        <pc:chgData name="Fadi Yaqoub Saeed Alzaza" userId="63ac727b-d974-45f0-978f-fb4fb15258d9" providerId="ADAL" clId="{9D056990-1AB6-4BA1-8E32-D7E0A7A4803F}" dt="2025-05-20T09:37:41.713" v="4" actId="47"/>
        <pc:sldMkLst>
          <pc:docMk/>
          <pc:sldMk cId="2769268696" sldId="256"/>
        </pc:sldMkLst>
        <pc:spChg chg="mod">
          <ac:chgData name="Fadi Yaqoub Saeed Alzaza" userId="63ac727b-d974-45f0-978f-fb4fb15258d9" providerId="ADAL" clId="{9D056990-1AB6-4BA1-8E32-D7E0A7A4803F}" dt="2025-05-20T09:37:28.252" v="3"/>
          <ac:spMkLst>
            <pc:docMk/>
            <pc:sldMk cId="2769268696" sldId="256"/>
            <ac:spMk id="2" creationId="{67DABB1F-A7EE-C051-15FE-0538E5CD90A8}"/>
          </ac:spMkLst>
        </pc:spChg>
        <pc:spChg chg="mod">
          <ac:chgData name="Fadi Yaqoub Saeed Alzaza" userId="63ac727b-d974-45f0-978f-fb4fb15258d9" providerId="ADAL" clId="{9D056990-1AB6-4BA1-8E32-D7E0A7A4803F}" dt="2025-05-20T09:37:28.252" v="3"/>
          <ac:spMkLst>
            <pc:docMk/>
            <pc:sldMk cId="2769268696" sldId="256"/>
            <ac:spMk id="3" creationId="{99D115AB-AA33-027A-4B46-3EE00B9B99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46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2410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72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729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643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3400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865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8958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9098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6924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9079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62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Calibri</vt:lpstr>
      <vt:lpstr>Calibri Light</vt:lpstr>
      <vt:lpstr>Retrospect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7</cp:revision>
  <dcterms:created xsi:type="dcterms:W3CDTF">2025-05-20T08:08:47Z</dcterms:created>
  <dcterms:modified xsi:type="dcterms:W3CDTF">2025-05-20T09:37:45Z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