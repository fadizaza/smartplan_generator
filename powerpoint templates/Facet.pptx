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6E008-A072-4579-9878-D0D4E33B37D2}" v="3" dt="2025-05-20T09:41:24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2D96E008-A072-4579-9878-D0D4E33B37D2}"/>
    <pc:docChg chg="addSld delSld modSld">
      <pc:chgData name="Fadi Yaqoub Saeed Alzaza" userId="63ac727b-d974-45f0-978f-fb4fb15258d9" providerId="ADAL" clId="{2D96E008-A072-4579-9878-D0D4E33B37D2}" dt="2025-05-20T09:41:31.400" v="7" actId="47"/>
      <pc:docMkLst>
        <pc:docMk/>
      </pc:docMkLst>
      <pc:sldChg chg="modSp new del">
        <pc:chgData name="Fadi Yaqoub Saeed Alzaza" userId="63ac727b-d974-45f0-978f-fb4fb15258d9" providerId="ADAL" clId="{2D96E008-A072-4579-9878-D0D4E33B37D2}" dt="2025-05-20T09:41:27.452" v="5" actId="47"/>
        <pc:sldMkLst>
          <pc:docMk/>
          <pc:sldMk cId="1232066575" sldId="256"/>
        </pc:sldMkLst>
        <pc:spChg chg="mod">
          <ac:chgData name="Fadi Yaqoub Saeed Alzaza" userId="63ac727b-d974-45f0-978f-fb4fb15258d9" providerId="ADAL" clId="{2D96E008-A072-4579-9878-D0D4E33B37D2}" dt="2025-05-20T09:41:24.426" v="4"/>
          <ac:spMkLst>
            <pc:docMk/>
            <pc:sldMk cId="1232066575" sldId="256"/>
            <ac:spMk id="2" creationId="{1C013DE8-A1D6-976D-3210-FBA98235A615}"/>
          </ac:spMkLst>
        </pc:spChg>
        <pc:spChg chg="mod">
          <ac:chgData name="Fadi Yaqoub Saeed Alzaza" userId="63ac727b-d974-45f0-978f-fb4fb15258d9" providerId="ADAL" clId="{2D96E008-A072-4579-9878-D0D4E33B37D2}" dt="2025-05-20T09:41:24.426" v="4"/>
          <ac:spMkLst>
            <pc:docMk/>
            <pc:sldMk cId="1232066575" sldId="256"/>
            <ac:spMk id="3" creationId="{6C35BEA8-FAF3-744C-24C0-4F12BC93690A}"/>
          </ac:spMkLst>
        </pc:spChg>
      </pc:sldChg>
      <pc:sldChg chg="modSp del">
        <pc:chgData name="Fadi Yaqoub Saeed Alzaza" userId="63ac727b-d974-45f0-978f-fb4fb15258d9" providerId="ADAL" clId="{2D96E008-A072-4579-9878-D0D4E33B37D2}" dt="2025-05-20T08:43:08.187" v="2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2D96E008-A072-4579-9878-D0D4E33B37D2}" dt="2025-05-20T08:24:40.909" v="1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2D96E008-A072-4579-9878-D0D4E33B37D2}" dt="2025-05-20T08:24:40.909" v="1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2D96E008-A072-4579-9878-D0D4E33B37D2}" dt="2025-05-20T09:41:31.400" v="7" actId="47"/>
        <pc:sldMkLst>
          <pc:docMk/>
          <pc:sldMk cId="3569629446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3713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3438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411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799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0294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5377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1752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365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46475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2912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2581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2227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6952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7244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71233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6316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298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1</cp:revision>
  <dcterms:created xsi:type="dcterms:W3CDTF">2025-05-20T08:08:47Z</dcterms:created>
  <dcterms:modified xsi:type="dcterms:W3CDTF">2025-05-20T09:41:32Z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