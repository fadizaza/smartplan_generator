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5" r:id="rId1"/>
  </p:sldMasterIdLst>
  <p:sldSz cx="12192000" cy="6858000"/>
  <p:notesSz cx="6858000" cy="9144000"/>
  <p:custDataLst>
    <p:tags r:id="rId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CB9BE8-9E74-4C7B-AD7F-028B1AB48233}" v="1" dt="2025-05-20T09:41:54.9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2" d="100"/>
          <a:sy n="92" d="100"/>
        </p:scale>
        <p:origin x="77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di Yaqoub Saeed Alzaza" userId="63ac727b-d974-45f0-978f-fb4fb15258d9" providerId="ADAL" clId="{2DCB9BE8-9E74-4C7B-AD7F-028B1AB48233}"/>
    <pc:docChg chg="addSld delSld modSld">
      <pc:chgData name="Fadi Yaqoub Saeed Alzaza" userId="63ac727b-d974-45f0-978f-fb4fb15258d9" providerId="ADAL" clId="{2DCB9BE8-9E74-4C7B-AD7F-028B1AB48233}" dt="2025-05-20T09:41:57.592" v="5" actId="47"/>
      <pc:docMkLst>
        <pc:docMk/>
      </pc:docMkLst>
      <pc:sldChg chg="modSp new del">
        <pc:chgData name="Fadi Yaqoub Saeed Alzaza" userId="63ac727b-d974-45f0-978f-fb4fb15258d9" providerId="ADAL" clId="{2DCB9BE8-9E74-4C7B-AD7F-028B1AB48233}" dt="2025-05-20T09:41:57.592" v="5" actId="47"/>
        <pc:sldMkLst>
          <pc:docMk/>
          <pc:sldMk cId="718073870" sldId="256"/>
        </pc:sldMkLst>
        <pc:spChg chg="mod">
          <ac:chgData name="Fadi Yaqoub Saeed Alzaza" userId="63ac727b-d974-45f0-978f-fb4fb15258d9" providerId="ADAL" clId="{2DCB9BE8-9E74-4C7B-AD7F-028B1AB48233}" dt="2025-05-20T09:41:54.972" v="4"/>
          <ac:spMkLst>
            <pc:docMk/>
            <pc:sldMk cId="718073870" sldId="256"/>
            <ac:spMk id="2" creationId="{DDF87BE1-A523-CFCA-4038-5938D5608F0A}"/>
          </ac:spMkLst>
        </pc:spChg>
        <pc:spChg chg="mod">
          <ac:chgData name="Fadi Yaqoub Saeed Alzaza" userId="63ac727b-d974-45f0-978f-fb4fb15258d9" providerId="ADAL" clId="{2DCB9BE8-9E74-4C7B-AD7F-028B1AB48233}" dt="2025-05-20T09:41:54.972" v="4"/>
          <ac:spMkLst>
            <pc:docMk/>
            <pc:sldMk cId="718073870" sldId="256"/>
            <ac:spMk id="3" creationId="{2F6E52BF-0094-1787-FAE4-12C2E37CBD8C}"/>
          </ac:spMkLst>
        </pc:spChg>
      </pc:sldChg>
      <pc:sldChg chg="del">
        <pc:chgData name="Fadi Yaqoub Saeed Alzaza" userId="63ac727b-d974-45f0-978f-fb4fb15258d9" providerId="ADAL" clId="{2DCB9BE8-9E74-4C7B-AD7F-028B1AB48233}" dt="2025-05-20T08:40:27.157" v="2" actId="47"/>
        <pc:sldMkLst>
          <pc:docMk/>
          <pc:sldMk cId="2619132251" sldId="256"/>
        </pc:sldMkLst>
      </pc:sldChg>
      <pc:sldChg chg="new del">
        <pc:chgData name="Fadi Yaqoub Saeed Alzaza" userId="63ac727b-d974-45f0-978f-fb4fb15258d9" providerId="ADAL" clId="{2DCB9BE8-9E74-4C7B-AD7F-028B1AB48233}" dt="2025-05-20T08:40:22.892" v="1" actId="47"/>
        <pc:sldMkLst>
          <pc:docMk/>
          <pc:sldMk cId="809125730" sldId="25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95615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483041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64243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160598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957173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055940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421334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338722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436664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546621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96652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13811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6" r:id="rId1"/>
    <p:sldLayoutId id="2147483817" r:id="rId2"/>
    <p:sldLayoutId id="2147483818" r:id="rId3"/>
    <p:sldLayoutId id="2147483819" r:id="rId4"/>
    <p:sldLayoutId id="2147483820" r:id="rId5"/>
    <p:sldLayoutId id="2147483821" r:id="rId6"/>
    <p:sldLayoutId id="2147483822" r:id="rId7"/>
    <p:sldLayoutId id="2147483823" r:id="rId8"/>
    <p:sldLayoutId id="2147483824" r:id="rId9"/>
    <p:sldLayoutId id="2147483825" r:id="rId10"/>
    <p:sldLayoutId id="2147483826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VDATA" val="ew0KICAiZG9jSUQiOiAiODE4NDE5YmYtNWYwYi00ZmJmLWFjM2UtYjBkYjg5MTk5YjM3Ig0KfQ=="/>
  <p:tag name="GVDATA0" val="(end)"/>
</p:tagLst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Gill Sans MT</vt:lpstr>
      <vt:lpstr>Wingdings 2</vt:lpstr>
      <vt:lpstr>Dividend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Fadi Yaqoub Saeed Alzaza</dc:creator>
  <cp:lastModifiedBy>Fadi Yaqoub Saeed Alzaza</cp:lastModifiedBy>
  <cp:revision>10</cp:revision>
  <dcterms:created xsi:type="dcterms:W3CDTF">2025-05-20T08:08:47Z</dcterms:created>
  <dcterms:modified xsi:type="dcterms:W3CDTF">2025-05-20T09:41:58Z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VData">
    <vt:lpwstr>ew0KICAiZG9jSUQiOiAiODE4NDE5YmYtNWYwYi00ZmJmLWFjM2UtYjBkYjg5MTk5YjM3Ig0KfQ==</vt:lpwstr>
  </property>
  <property fmtid="{D5CDD505-2E9C-101B-9397-08002B2CF9AE}" pid="3" name="GVData0">
    <vt:lpwstr>(end)</vt:lpwstr>
  </property>
</Properties>
</file>