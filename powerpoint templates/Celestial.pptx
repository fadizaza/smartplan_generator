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795AAA-BCCF-464A-9637-F6F14D234FA8}" v="2" dt="2025-05-20T09:45:09.9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31795AAA-BCCF-464A-9637-F6F14D234FA8}"/>
    <pc:docChg chg="addSld delSld modSld">
      <pc:chgData name="Fadi Yaqoub Saeed Alzaza" userId="63ac727b-d974-45f0-978f-fb4fb15258d9" providerId="ADAL" clId="{31795AAA-BCCF-464A-9637-F6F14D234FA8}" dt="2025-05-20T09:45:18.449" v="6" actId="47"/>
      <pc:docMkLst>
        <pc:docMk/>
      </pc:docMkLst>
      <pc:sldChg chg="modSp new del">
        <pc:chgData name="Fadi Yaqoub Saeed Alzaza" userId="63ac727b-d974-45f0-978f-fb4fb15258d9" providerId="ADAL" clId="{31795AAA-BCCF-464A-9637-F6F14D234FA8}" dt="2025-05-20T09:45:15.175" v="4" actId="47"/>
        <pc:sldMkLst>
          <pc:docMk/>
          <pc:sldMk cId="1610541467" sldId="256"/>
        </pc:sldMkLst>
        <pc:spChg chg="mod">
          <ac:chgData name="Fadi Yaqoub Saeed Alzaza" userId="63ac727b-d974-45f0-978f-fb4fb15258d9" providerId="ADAL" clId="{31795AAA-BCCF-464A-9637-F6F14D234FA8}" dt="2025-05-20T09:45:09.937" v="3"/>
          <ac:spMkLst>
            <pc:docMk/>
            <pc:sldMk cId="1610541467" sldId="256"/>
            <ac:spMk id="2" creationId="{8B124879-FAA5-CC92-B693-2DF1F4725719}"/>
          </ac:spMkLst>
        </pc:spChg>
        <pc:spChg chg="mod">
          <ac:chgData name="Fadi Yaqoub Saeed Alzaza" userId="63ac727b-d974-45f0-978f-fb4fb15258d9" providerId="ADAL" clId="{31795AAA-BCCF-464A-9637-F6F14D234FA8}" dt="2025-05-20T09:45:09.937" v="3"/>
          <ac:spMkLst>
            <pc:docMk/>
            <pc:sldMk cId="1610541467" sldId="256"/>
            <ac:spMk id="3" creationId="{F461E5D8-6D91-0C97-26DC-46F301F91C2C}"/>
          </ac:spMkLst>
        </pc:spChg>
      </pc:sldChg>
      <pc:sldChg chg="new del">
        <pc:chgData name="Fadi Yaqoub Saeed Alzaza" userId="63ac727b-d974-45f0-978f-fb4fb15258d9" providerId="ADAL" clId="{31795AAA-BCCF-464A-9637-F6F14D234FA8}" dt="2025-05-20T09:45:18.449" v="6" actId="47"/>
        <pc:sldMkLst>
          <pc:docMk/>
          <pc:sldMk cId="1631789962" sldId="256"/>
        </pc:sldMkLst>
      </pc:sldChg>
      <pc:sldChg chg="modSp del">
        <pc:chgData name="Fadi Yaqoub Saeed Alzaza" userId="63ac727b-d974-45f0-978f-fb4fb15258d9" providerId="ADAL" clId="{31795AAA-BCCF-464A-9637-F6F14D234FA8}" dt="2025-05-20T08:42:10.656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31795AAA-BCCF-464A-9637-F6F14D234FA8}" dt="2025-05-20T08:28:59.118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31795AAA-BCCF-464A-9637-F6F14D234FA8}" dt="2025-05-20T08:28:59.118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27513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37109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0804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61524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0822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1224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4488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336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48098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8693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40402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48523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567220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58823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52131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2817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72286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724526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Celestial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6</cp:revision>
  <dcterms:created xsi:type="dcterms:W3CDTF">2025-05-20T08:08:47Z</dcterms:created>
  <dcterms:modified xsi:type="dcterms:W3CDTF">2025-05-20T09:45:19Z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