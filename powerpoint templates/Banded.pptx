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4F3BD-D554-4DD2-9A56-C10EBE000A5B}" v="2" dt="2025-05-20T09:46:32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FD54F3BD-D554-4DD2-9A56-C10EBE000A5B}"/>
    <pc:docChg chg="addSld delSld modSld">
      <pc:chgData name="Fadi Yaqoub Saeed Alzaza" userId="63ac727b-d974-45f0-978f-fb4fb15258d9" providerId="ADAL" clId="{FD54F3BD-D554-4DD2-9A56-C10EBE000A5B}" dt="2025-05-20T09:46:47.657" v="6" actId="47"/>
      <pc:docMkLst>
        <pc:docMk/>
      </pc:docMkLst>
      <pc:sldChg chg="new del">
        <pc:chgData name="Fadi Yaqoub Saeed Alzaza" userId="63ac727b-d974-45f0-978f-fb4fb15258d9" providerId="ADAL" clId="{FD54F3BD-D554-4DD2-9A56-C10EBE000A5B}" dt="2025-05-20T09:46:47.657" v="6" actId="47"/>
        <pc:sldMkLst>
          <pc:docMk/>
          <pc:sldMk cId="1607131700" sldId="256"/>
        </pc:sldMkLst>
      </pc:sldChg>
      <pc:sldChg chg="modSp new del">
        <pc:chgData name="Fadi Yaqoub Saeed Alzaza" userId="63ac727b-d974-45f0-978f-fb4fb15258d9" providerId="ADAL" clId="{FD54F3BD-D554-4DD2-9A56-C10EBE000A5B}" dt="2025-05-20T09:46:44.310" v="4" actId="47"/>
        <pc:sldMkLst>
          <pc:docMk/>
          <pc:sldMk cId="2397797219" sldId="256"/>
        </pc:sldMkLst>
        <pc:spChg chg="mod">
          <ac:chgData name="Fadi Yaqoub Saeed Alzaza" userId="63ac727b-d974-45f0-978f-fb4fb15258d9" providerId="ADAL" clId="{FD54F3BD-D554-4DD2-9A56-C10EBE000A5B}" dt="2025-05-20T09:46:32.764" v="3"/>
          <ac:spMkLst>
            <pc:docMk/>
            <pc:sldMk cId="2397797219" sldId="256"/>
            <ac:spMk id="2" creationId="{29598647-539D-847E-13FB-8D252DDA7213}"/>
          </ac:spMkLst>
        </pc:spChg>
        <pc:spChg chg="mod">
          <ac:chgData name="Fadi Yaqoub Saeed Alzaza" userId="63ac727b-d974-45f0-978f-fb4fb15258d9" providerId="ADAL" clId="{FD54F3BD-D554-4DD2-9A56-C10EBE000A5B}" dt="2025-05-20T09:46:32.764" v="3"/>
          <ac:spMkLst>
            <pc:docMk/>
            <pc:sldMk cId="2397797219" sldId="256"/>
            <ac:spMk id="3" creationId="{488B5A56-1FE9-345D-AB90-6BA2C7A1B244}"/>
          </ac:spMkLst>
        </pc:spChg>
      </pc:sldChg>
      <pc:sldChg chg="modSp del">
        <pc:chgData name="Fadi Yaqoub Saeed Alzaza" userId="63ac727b-d974-45f0-978f-fb4fb15258d9" providerId="ADAL" clId="{FD54F3BD-D554-4DD2-9A56-C10EBE000A5B}" dt="2025-05-20T08:41:47.774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FD54F3BD-D554-4DD2-9A56-C10EBE000A5B}" dt="2025-05-20T08:25:32.535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FD54F3BD-D554-4DD2-9A56-C10EBE000A5B}" dt="2025-05-20T08:25:32.535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2442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0220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9772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8513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7049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926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988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4923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452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8804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9335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15289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Corbel</vt:lpstr>
      <vt:lpstr>Wingdings</vt:lpstr>
      <vt:lpstr>Banded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3</cp:revision>
  <dcterms:created xsi:type="dcterms:W3CDTF">2025-05-20T08:08:47Z</dcterms:created>
  <dcterms:modified xsi:type="dcterms:W3CDTF">2025-05-20T09:46:48Z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