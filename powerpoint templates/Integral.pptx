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9" r:id="rId1"/>
  </p:sldMasterIdLst>
  <p:sldSz cx="12192000" cy="6858000"/>
  <p:notesSz cx="6858000" cy="9144000"/>
  <p:custDataLst>
    <p:tags r:id="rId2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BDD47D-32FE-4C49-9D02-F3DED694974E}" v="3" dt="2025-05-20T09:39:50.9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92" d="100"/>
          <a:sy n="92" d="100"/>
        </p:scale>
        <p:origin x="77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di Yaqoub Saeed Alzaza" userId="63ac727b-d974-45f0-978f-fb4fb15258d9" providerId="ADAL" clId="{02BDD47D-32FE-4C49-9D02-F3DED694974E}"/>
    <pc:docChg chg="addSld delSld modSld">
      <pc:chgData name="Fadi Yaqoub Saeed Alzaza" userId="63ac727b-d974-45f0-978f-fb4fb15258d9" providerId="ADAL" clId="{02BDD47D-32FE-4C49-9D02-F3DED694974E}" dt="2025-05-20T09:39:56.687" v="13" actId="47"/>
      <pc:docMkLst>
        <pc:docMk/>
      </pc:docMkLst>
      <pc:sldChg chg="modSp new del">
        <pc:chgData name="Fadi Yaqoub Saeed Alzaza" userId="63ac727b-d974-45f0-978f-fb4fb15258d9" providerId="ADAL" clId="{02BDD47D-32FE-4C49-9D02-F3DED694974E}" dt="2025-05-20T09:33:01.969" v="4" actId="47"/>
        <pc:sldMkLst>
          <pc:docMk/>
          <pc:sldMk cId="309390493" sldId="256"/>
        </pc:sldMkLst>
        <pc:spChg chg="mod">
          <ac:chgData name="Fadi Yaqoub Saeed Alzaza" userId="63ac727b-d974-45f0-978f-fb4fb15258d9" providerId="ADAL" clId="{02BDD47D-32FE-4C49-9D02-F3DED694974E}" dt="2025-05-20T09:32:56.134" v="3"/>
          <ac:spMkLst>
            <pc:docMk/>
            <pc:sldMk cId="309390493" sldId="256"/>
            <ac:spMk id="2" creationId="{813B977F-0A05-4637-1BD9-7EFEAD1CAC85}"/>
          </ac:spMkLst>
        </pc:spChg>
        <pc:spChg chg="mod">
          <ac:chgData name="Fadi Yaqoub Saeed Alzaza" userId="63ac727b-d974-45f0-978f-fb4fb15258d9" providerId="ADAL" clId="{02BDD47D-32FE-4C49-9D02-F3DED694974E}" dt="2025-05-20T09:32:56.134" v="3"/>
          <ac:spMkLst>
            <pc:docMk/>
            <pc:sldMk cId="309390493" sldId="256"/>
            <ac:spMk id="3" creationId="{4C8DB5D8-D2D6-6E42-C453-876A43339E9E}"/>
          </ac:spMkLst>
        </pc:spChg>
      </pc:sldChg>
      <pc:sldChg chg="new del">
        <pc:chgData name="Fadi Yaqoub Saeed Alzaza" userId="63ac727b-d974-45f0-978f-fb4fb15258d9" providerId="ADAL" clId="{02BDD47D-32FE-4C49-9D02-F3DED694974E}" dt="2025-05-20T09:33:04.961" v="6" actId="47"/>
        <pc:sldMkLst>
          <pc:docMk/>
          <pc:sldMk cId="893641588" sldId="256"/>
        </pc:sldMkLst>
      </pc:sldChg>
      <pc:sldChg chg="new del">
        <pc:chgData name="Fadi Yaqoub Saeed Alzaza" userId="63ac727b-d974-45f0-978f-fb4fb15258d9" providerId="ADAL" clId="{02BDD47D-32FE-4C49-9D02-F3DED694974E}" dt="2025-05-20T09:33:07.455" v="8" actId="47"/>
        <pc:sldMkLst>
          <pc:docMk/>
          <pc:sldMk cId="1651490099" sldId="256"/>
        </pc:sldMkLst>
      </pc:sldChg>
      <pc:sldChg chg="modSp new del">
        <pc:chgData name="Fadi Yaqoub Saeed Alzaza" userId="63ac727b-d974-45f0-978f-fb4fb15258d9" providerId="ADAL" clId="{02BDD47D-32FE-4C49-9D02-F3DED694974E}" dt="2025-05-20T09:39:54.871" v="11" actId="47"/>
        <pc:sldMkLst>
          <pc:docMk/>
          <pc:sldMk cId="2376893271" sldId="256"/>
        </pc:sldMkLst>
        <pc:spChg chg="mod">
          <ac:chgData name="Fadi Yaqoub Saeed Alzaza" userId="63ac727b-d974-45f0-978f-fb4fb15258d9" providerId="ADAL" clId="{02BDD47D-32FE-4C49-9D02-F3DED694974E}" dt="2025-05-20T09:39:50.999" v="10"/>
          <ac:spMkLst>
            <pc:docMk/>
            <pc:sldMk cId="2376893271" sldId="256"/>
            <ac:spMk id="2" creationId="{DFFCBD6B-780E-45BC-8D41-C5A1FA0BB052}"/>
          </ac:spMkLst>
        </pc:spChg>
        <pc:spChg chg="mod">
          <ac:chgData name="Fadi Yaqoub Saeed Alzaza" userId="63ac727b-d974-45f0-978f-fb4fb15258d9" providerId="ADAL" clId="{02BDD47D-32FE-4C49-9D02-F3DED694974E}" dt="2025-05-20T09:39:50.999" v="10"/>
          <ac:spMkLst>
            <pc:docMk/>
            <pc:sldMk cId="2376893271" sldId="256"/>
            <ac:spMk id="3" creationId="{525ACB46-58B4-84C7-8F25-93DA216C157C}"/>
          </ac:spMkLst>
        </pc:spChg>
      </pc:sldChg>
      <pc:sldChg chg="modSp del">
        <pc:chgData name="Fadi Yaqoub Saeed Alzaza" userId="63ac727b-d974-45f0-978f-fb4fb15258d9" providerId="ADAL" clId="{02BDD47D-32FE-4C49-9D02-F3DED694974E}" dt="2025-05-20T08:43:25.139" v="1" actId="47"/>
        <pc:sldMkLst>
          <pc:docMk/>
          <pc:sldMk cId="2619132251" sldId="256"/>
        </pc:sldMkLst>
        <pc:spChg chg="mod">
          <ac:chgData name="Fadi Yaqoub Saeed Alzaza" userId="63ac727b-d974-45f0-978f-fb4fb15258d9" providerId="ADAL" clId="{02BDD47D-32FE-4C49-9D02-F3DED694974E}" dt="2025-05-20T08:10:32.773" v="0"/>
          <ac:spMkLst>
            <pc:docMk/>
            <pc:sldMk cId="2619132251" sldId="256"/>
            <ac:spMk id="2" creationId="{67133F6F-C632-D60B-F3B7-60A5705F5D48}"/>
          </ac:spMkLst>
        </pc:spChg>
        <pc:spChg chg="mod">
          <ac:chgData name="Fadi Yaqoub Saeed Alzaza" userId="63ac727b-d974-45f0-978f-fb4fb15258d9" providerId="ADAL" clId="{02BDD47D-32FE-4C49-9D02-F3DED694974E}" dt="2025-05-20T08:10:32.773" v="0"/>
          <ac:spMkLst>
            <pc:docMk/>
            <pc:sldMk cId="2619132251" sldId="256"/>
            <ac:spMk id="3" creationId="{3E5D9B8F-1185-8938-123B-50E93DF9530E}"/>
          </ac:spMkLst>
        </pc:spChg>
      </pc:sldChg>
      <pc:sldChg chg="new del">
        <pc:chgData name="Fadi Yaqoub Saeed Alzaza" userId="63ac727b-d974-45f0-978f-fb4fb15258d9" providerId="ADAL" clId="{02BDD47D-32FE-4C49-9D02-F3DED694974E}" dt="2025-05-20T09:39:56.687" v="13" actId="47"/>
        <pc:sldMkLst>
          <pc:docMk/>
          <pc:sldMk cId="3619540927" sldId="25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1774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394130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3463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251545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5015986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445882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097094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045987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4035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079864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3012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0943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VDATA" val="ew0KICAiZG9jSUQiOiAiODE4NDE5YmYtNWYwYi00ZmJmLWFjM2UtYjBkYjg5MTk5YjM3Ig0KfQ=="/>
  <p:tag name="GVDATA0" val="(end)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Tw Cen MT</vt:lpstr>
      <vt:lpstr>Tw Cen MT Condensed</vt:lpstr>
      <vt:lpstr>Wingdings 3</vt:lpstr>
      <vt:lpstr>Integral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Fadi Yaqoub Saeed Alzaza</dc:creator>
  <cp:lastModifiedBy>Fadi Yaqoub Saeed Alzaza</cp:lastModifiedBy>
  <cp:revision>3</cp:revision>
  <dcterms:created xsi:type="dcterms:W3CDTF">2025-05-20T08:08:47Z</dcterms:created>
  <dcterms:modified xsi:type="dcterms:W3CDTF">2025-05-20T09:39:57Z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GVData">
    <vt:lpwstr>ew0KICAiZG9jSUQiOiAiODE4NDE5YmYtNWYwYi00ZmJmLWFjM2UtYjBkYjg5MTk5YjM3Ig0KfQ==</vt:lpwstr>
  </property>
  <property fmtid="{D5CDD505-2E9C-101B-9397-08002B2CF9AE}" pid="3" name="GVData0">
    <vt:lpwstr>(end)</vt:lpwstr>
  </property>
</Properties>
</file>