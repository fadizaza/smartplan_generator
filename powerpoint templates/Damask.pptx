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22FDFA-53F8-4AA7-A336-1042AF03BB70}" v="3" dt="2025-05-20T09:44:08.7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8822FDFA-53F8-4AA7-A336-1042AF03BB70}"/>
    <pc:docChg chg="addSld delSld modSld">
      <pc:chgData name="Fadi Yaqoub Saeed Alzaza" userId="63ac727b-d974-45f0-978f-fb4fb15258d9" providerId="ADAL" clId="{8822FDFA-53F8-4AA7-A336-1042AF03BB70}" dt="2025-05-20T09:44:14.156" v="9" actId="47"/>
      <pc:docMkLst>
        <pc:docMk/>
      </pc:docMkLst>
      <pc:sldChg chg="modSp new del">
        <pc:chgData name="Fadi Yaqoub Saeed Alzaza" userId="63ac727b-d974-45f0-978f-fb4fb15258d9" providerId="ADAL" clId="{8822FDFA-53F8-4AA7-A336-1042AF03BB70}" dt="2025-05-20T09:43:16.912" v="4" actId="47"/>
        <pc:sldMkLst>
          <pc:docMk/>
          <pc:sldMk cId="903214635" sldId="256"/>
        </pc:sldMkLst>
        <pc:spChg chg="mod">
          <ac:chgData name="Fadi Yaqoub Saeed Alzaza" userId="63ac727b-d974-45f0-978f-fb4fb15258d9" providerId="ADAL" clId="{8822FDFA-53F8-4AA7-A336-1042AF03BB70}" dt="2025-05-20T09:43:12.098" v="3"/>
          <ac:spMkLst>
            <pc:docMk/>
            <pc:sldMk cId="903214635" sldId="256"/>
            <ac:spMk id="2" creationId="{7193F5FF-65D9-3C61-E081-37B6EE11B6C8}"/>
          </ac:spMkLst>
        </pc:spChg>
        <pc:spChg chg="mod">
          <ac:chgData name="Fadi Yaqoub Saeed Alzaza" userId="63ac727b-d974-45f0-978f-fb4fb15258d9" providerId="ADAL" clId="{8822FDFA-53F8-4AA7-A336-1042AF03BB70}" dt="2025-05-20T09:43:12.098" v="3"/>
          <ac:spMkLst>
            <pc:docMk/>
            <pc:sldMk cId="903214635" sldId="256"/>
            <ac:spMk id="3" creationId="{D36D97AF-8321-73BB-E598-4CE76C073EBC}"/>
          </ac:spMkLst>
        </pc:spChg>
      </pc:sldChg>
      <pc:sldChg chg="modSp del">
        <pc:chgData name="Fadi Yaqoub Saeed Alzaza" userId="63ac727b-d974-45f0-978f-fb4fb15258d9" providerId="ADAL" clId="{8822FDFA-53F8-4AA7-A336-1042AF03BB70}" dt="2025-05-20T08:42:24.676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8822FDFA-53F8-4AA7-A336-1042AF03BB70}" dt="2025-05-20T08:30:23.037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8822FDFA-53F8-4AA7-A336-1042AF03BB70}" dt="2025-05-20T08:30:23.037" v="0"/>
          <ac:spMkLst>
            <pc:docMk/>
            <pc:sldMk cId="2619132251" sldId="256"/>
            <ac:spMk id="3" creationId="{3E5D9B8F-1185-8938-123B-50E93DF9530E}"/>
          </ac:spMkLst>
        </pc:spChg>
      </pc:sldChg>
      <pc:sldChg chg="modSp new del">
        <pc:chgData name="Fadi Yaqoub Saeed Alzaza" userId="63ac727b-d974-45f0-978f-fb4fb15258d9" providerId="ADAL" clId="{8822FDFA-53F8-4AA7-A336-1042AF03BB70}" dt="2025-05-20T09:44:14.156" v="9" actId="47"/>
        <pc:sldMkLst>
          <pc:docMk/>
          <pc:sldMk cId="3024635326" sldId="256"/>
        </pc:sldMkLst>
        <pc:spChg chg="mod">
          <ac:chgData name="Fadi Yaqoub Saeed Alzaza" userId="63ac727b-d974-45f0-978f-fb4fb15258d9" providerId="ADAL" clId="{8822FDFA-53F8-4AA7-A336-1042AF03BB70}" dt="2025-05-20T09:44:08.742" v="8"/>
          <ac:spMkLst>
            <pc:docMk/>
            <pc:sldMk cId="3024635326" sldId="256"/>
            <ac:spMk id="2" creationId="{D4ECB124-5103-319D-E3D2-032E463255D5}"/>
          </ac:spMkLst>
        </pc:spChg>
        <pc:spChg chg="mod">
          <ac:chgData name="Fadi Yaqoub Saeed Alzaza" userId="63ac727b-d974-45f0-978f-fb4fb15258d9" providerId="ADAL" clId="{8822FDFA-53F8-4AA7-A336-1042AF03BB70}" dt="2025-05-20T09:44:08.742" v="8"/>
          <ac:spMkLst>
            <pc:docMk/>
            <pc:sldMk cId="3024635326" sldId="256"/>
            <ac:spMk id="3" creationId="{E3709262-FE9B-026B-0BD5-A4211B6239A9}"/>
          </ac:spMkLst>
        </pc:spChg>
      </pc:sldChg>
      <pc:sldChg chg="new del">
        <pc:chgData name="Fadi Yaqoub Saeed Alzaza" userId="63ac727b-d974-45f0-978f-fb4fb15258d9" providerId="ADAL" clId="{8822FDFA-53F8-4AA7-A336-1042AF03BB70}" dt="2025-05-20T09:43:19.082" v="6" actId="47"/>
        <pc:sldMkLst>
          <pc:docMk/>
          <pc:sldMk cId="3221031271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95550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4168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01144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48860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94105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75508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0781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00402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68167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455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48920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9271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82435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18681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03642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63168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64357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46560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3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Bookman Old Style</vt:lpstr>
      <vt:lpstr>Rockwell</vt:lpstr>
      <vt:lpstr>Damask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8</cp:revision>
  <dcterms:created xsi:type="dcterms:W3CDTF">2025-05-20T08:08:47Z</dcterms:created>
  <dcterms:modified xsi:type="dcterms:W3CDTF">2025-05-20T09:44:14Z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